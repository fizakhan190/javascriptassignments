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comment1.xml" ContentType="application/vnd.openxmlformats-officedocument.presentationml.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21"/>
  </p:notesMasterIdLst>
  <p:handoutMasterIdLst>
    <p:handoutMasterId r:id="rId22"/>
  </p:handoutMasterIdLst>
  <p:sldIdLst>
    <p:sldId id="256" r:id="rId5"/>
    <p:sldId id="257" r:id="rId6"/>
    <p:sldId id="259" r:id="rId7"/>
    <p:sldId id="276" r:id="rId8"/>
    <p:sldId id="275" r:id="rId9"/>
    <p:sldId id="261" r:id="rId10"/>
    <p:sldId id="270" r:id="rId11"/>
    <p:sldId id="263" r:id="rId12"/>
    <p:sldId id="271" r:id="rId13"/>
    <p:sldId id="264" r:id="rId14"/>
    <p:sldId id="272" r:id="rId15"/>
    <p:sldId id="267" r:id="rId16"/>
    <p:sldId id="273" r:id="rId17"/>
    <p:sldId id="268" r:id="rId18"/>
    <p:sldId id="274" r:id="rId19"/>
    <p:sldId id="26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J" initials="M" lastIdx="2" clrIdx="0">
    <p:extLst>
      <p:ext uri="{19B8F6BF-5375-455C-9EA6-DF929625EA0E}">
        <p15:presenceInfo xmlns:p15="http://schemas.microsoft.com/office/powerpoint/2012/main" userId="MJ"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56" autoAdjust="0"/>
    <p:restoredTop sz="84328" autoAdjust="0"/>
  </p:normalViewPr>
  <p:slideViewPr>
    <p:cSldViewPr snapToGrid="0">
      <p:cViewPr varScale="1">
        <p:scale>
          <a:sx n="61" d="100"/>
          <a:sy n="61" d="100"/>
        </p:scale>
        <p:origin x="1164" y="72"/>
      </p:cViewPr>
      <p:guideLst/>
    </p:cSldViewPr>
  </p:slideViewPr>
  <p:notesTextViewPr>
    <p:cViewPr>
      <p:scale>
        <a:sx n="1" d="1"/>
        <a:sy n="1" d="1"/>
      </p:scale>
      <p:origin x="0" y="0"/>
    </p:cViewPr>
  </p:notesTextViewPr>
  <p:notesViewPr>
    <p:cSldViewPr snapToGrid="0">
      <p:cViewPr varScale="1">
        <p:scale>
          <a:sx n="60" d="100"/>
          <a:sy n="60" d="100"/>
        </p:scale>
        <p:origin x="242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6-26T10:21:41.451" idx="1">
    <p:pos x="10" y="10"/>
    <p:text/>
    <p:extLst>
      <p:ext uri="{C676402C-5697-4E1C-873F-D02D1690AC5C}">
        <p15:threadingInfo xmlns:p15="http://schemas.microsoft.com/office/powerpoint/2012/main" timeZoneBias="42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6/27/2026</a:t>
            </a:fld>
            <a:endParaRPr lang="en-US" dirty="0"/>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dirty="0"/>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6/27/2026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dirty="0"/>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Tahoma" panose="020B0604030504040204" pitchFamily="34" charset="0"/>
                <a:ea typeface="Tahoma" panose="020B0604030504040204" pitchFamily="34" charset="0"/>
                <a:cs typeface="Tahoma" panose="020B0604030504040204" pitchFamily="34" charset="0"/>
              </a:rPr>
              <a:t>Be specific and direct in the title. Use the subtitle to give the specific context of the speech.</a:t>
            </a:r>
          </a:p>
          <a:p>
            <a:r>
              <a:rPr lang="en-US" sz="1200" dirty="0">
                <a:latin typeface="Tahoma" panose="020B0604030504040204" pitchFamily="34" charset="0"/>
                <a:ea typeface="Tahoma" panose="020B0604030504040204" pitchFamily="34" charset="0"/>
                <a:cs typeface="Tahoma" panose="020B0604030504040204" pitchFamily="34" charset="0"/>
              </a:rPr>
              <a:t>-The goal should be to capture the audience’s attention which can be done with a quote, a startling statistic, or fact.  It is not necessary to include this attention getter on the slide.</a:t>
            </a:r>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1</a:t>
            </a:fld>
            <a:endParaRPr lang="en-US" dirty="0"/>
          </a:p>
        </p:txBody>
      </p:sp>
    </p:spTree>
    <p:extLst>
      <p:ext uri="{BB962C8B-B14F-4D97-AF65-F5344CB8AC3E}">
        <p14:creationId xmlns:p14="http://schemas.microsoft.com/office/powerpoint/2010/main" val="3205455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ahoma" panose="020B0604030504040204" pitchFamily="34" charset="0"/>
                <a:ea typeface="Tahoma" panose="020B0604030504040204" pitchFamily="34" charset="0"/>
                <a:cs typeface="Tahoma" panose="020B0604030504040204" pitchFamily="34" charset="0"/>
              </a:rPr>
              <a:t>Use the background points to post details that are not common knowledge, or that the audience will need to understand the context of the speech.</a:t>
            </a:r>
          </a:p>
          <a:p>
            <a:r>
              <a:rPr lang="en-US" dirty="0"/>
              <a:t>-Do not read these main points from the PowerPoint, instead elaborate on these points during the speech.</a:t>
            </a:r>
          </a:p>
        </p:txBody>
      </p:sp>
      <p:sp>
        <p:nvSpPr>
          <p:cNvPr id="4" name="Slide Number Placeholder 3"/>
          <p:cNvSpPr>
            <a:spLocks noGrp="1"/>
          </p:cNvSpPr>
          <p:nvPr>
            <p:ph type="sldNum" sz="quarter" idx="10"/>
          </p:nvPr>
        </p:nvSpPr>
        <p:spPr/>
        <p:txBody>
          <a:bodyPr/>
          <a:lstStyle/>
          <a:p>
            <a:fld id="{E6AEB063-7F11-4E3B-BA52-07405B1C2D95}" type="slidenum">
              <a:rPr lang="en-US" smtClean="0"/>
              <a:t>2</a:t>
            </a:fld>
            <a:endParaRPr lang="en-US" dirty="0"/>
          </a:p>
        </p:txBody>
      </p:sp>
    </p:spTree>
    <p:extLst>
      <p:ext uri="{BB962C8B-B14F-4D97-AF65-F5344CB8AC3E}">
        <p14:creationId xmlns:p14="http://schemas.microsoft.com/office/powerpoint/2010/main" val="2752401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3</a:t>
            </a:fld>
            <a:endParaRPr lang="en-US" dirty="0"/>
          </a:p>
        </p:txBody>
      </p:sp>
    </p:spTree>
    <p:extLst>
      <p:ext uri="{BB962C8B-B14F-4D97-AF65-F5344CB8AC3E}">
        <p14:creationId xmlns:p14="http://schemas.microsoft.com/office/powerpoint/2010/main" val="3338027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69AB7-86E4-02B9-AF41-6FCB7F9E23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E34D19-FE81-2B0C-A9E0-F2B24AA6E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AEF50-0BA9-1B92-9972-471D17991615}"/>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BD9965FF-8088-E08A-65BE-519CDA060E00}"/>
              </a:ext>
            </a:extLst>
          </p:cNvPr>
          <p:cNvSpPr>
            <a:spLocks noGrp="1"/>
          </p:cNvSpPr>
          <p:nvPr>
            <p:ph type="sldNum" sz="quarter" idx="10"/>
          </p:nvPr>
        </p:nvSpPr>
        <p:spPr/>
        <p:txBody>
          <a:bodyPr/>
          <a:lstStyle/>
          <a:p>
            <a:fld id="{E6AEB063-7F11-4E3B-BA52-07405B1C2D95}" type="slidenum">
              <a:rPr lang="en-US" smtClean="0"/>
              <a:t>4</a:t>
            </a:fld>
            <a:endParaRPr lang="en-US" dirty="0"/>
          </a:p>
        </p:txBody>
      </p:sp>
    </p:spTree>
    <p:extLst>
      <p:ext uri="{BB962C8B-B14F-4D97-AF65-F5344CB8AC3E}">
        <p14:creationId xmlns:p14="http://schemas.microsoft.com/office/powerpoint/2010/main" val="1355209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C6141-B7F1-4AEE-5792-6ECBD4131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7284B-CCEF-60C2-5168-1FD1B8601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1E9B8F-5106-A5D9-1768-E899645D6ADC}"/>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55AD79EB-7D0B-4B43-E8E7-D2ED855E2879}"/>
              </a:ext>
            </a:extLst>
          </p:cNvPr>
          <p:cNvSpPr>
            <a:spLocks noGrp="1"/>
          </p:cNvSpPr>
          <p:nvPr>
            <p:ph type="sldNum" sz="quarter" idx="10"/>
          </p:nvPr>
        </p:nvSpPr>
        <p:spPr/>
        <p:txBody>
          <a:bodyPr/>
          <a:lstStyle/>
          <a:p>
            <a:fld id="{E6AEB063-7F11-4E3B-BA52-07405B1C2D95}" type="slidenum">
              <a:rPr lang="en-US" smtClean="0"/>
              <a:t>5</a:t>
            </a:fld>
            <a:endParaRPr lang="en-US" dirty="0"/>
          </a:p>
        </p:txBody>
      </p:sp>
    </p:spTree>
    <p:extLst>
      <p:ext uri="{BB962C8B-B14F-4D97-AF65-F5344CB8AC3E}">
        <p14:creationId xmlns:p14="http://schemas.microsoft.com/office/powerpoint/2010/main" val="383286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of main point #1 should be clear and concise.  Each piece of evidence should be summarized for clarity and cited correctly.  Do not simply read the pieces of evidence, but elaborate where needed.  </a:t>
            </a:r>
          </a:p>
          <a:p>
            <a:r>
              <a:rPr lang="en-US" dirty="0"/>
              <a:t>[type notes for elaboration here]</a:t>
            </a:r>
          </a:p>
          <a:p>
            <a:r>
              <a:rPr lang="en-US" dirty="0"/>
              <a:t>Be sure to transition to main point #2 and the next slide.</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6</a:t>
            </a:fld>
            <a:endParaRPr lang="en-US" dirty="0"/>
          </a:p>
        </p:txBody>
      </p:sp>
    </p:spTree>
    <p:extLst>
      <p:ext uri="{BB962C8B-B14F-4D97-AF65-F5344CB8AC3E}">
        <p14:creationId xmlns:p14="http://schemas.microsoft.com/office/powerpoint/2010/main" val="2639452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9570D-8981-5DA2-D2C0-728108392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03231-321B-87A7-1019-70FE03004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5354AD-DE59-DFC2-D046-14E973795BFD}"/>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E6907FE3-7D19-9D18-BE02-3D9DC3DC0C59}"/>
              </a:ext>
            </a:extLst>
          </p:cNvPr>
          <p:cNvSpPr>
            <a:spLocks noGrp="1"/>
          </p:cNvSpPr>
          <p:nvPr>
            <p:ph type="sldNum" sz="quarter" idx="10"/>
          </p:nvPr>
        </p:nvSpPr>
        <p:spPr/>
        <p:txBody>
          <a:bodyPr/>
          <a:lstStyle/>
          <a:p>
            <a:fld id="{E6AEB063-7F11-4E3B-BA52-07405B1C2D95}" type="slidenum">
              <a:rPr lang="en-US" smtClean="0"/>
              <a:t>7</a:t>
            </a:fld>
            <a:endParaRPr lang="en-US" dirty="0"/>
          </a:p>
        </p:txBody>
      </p:sp>
    </p:spTree>
    <p:extLst>
      <p:ext uri="{BB962C8B-B14F-4D97-AF65-F5344CB8AC3E}">
        <p14:creationId xmlns:p14="http://schemas.microsoft.com/office/powerpoint/2010/main" val="2460417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of main point #2 should be clear and concise.  Each piece of evidence should be summarized for clarity and cited correctly.  Do not simply read the pieces of evidence, but elaborate where needed.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 notes for elaboration here]</a:t>
            </a:r>
          </a:p>
          <a:p>
            <a:r>
              <a:rPr lang="en-US" dirty="0"/>
              <a:t>Be sure to transition to main point #3 and the next slide.</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8</a:t>
            </a:fld>
            <a:endParaRPr lang="en-US" dirty="0"/>
          </a:p>
        </p:txBody>
      </p:sp>
    </p:spTree>
    <p:extLst>
      <p:ext uri="{BB962C8B-B14F-4D97-AF65-F5344CB8AC3E}">
        <p14:creationId xmlns:p14="http://schemas.microsoft.com/office/powerpoint/2010/main" val="750561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568CD-13AC-F5DE-0037-C6B0A18EC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9D84AA-78A1-C028-2CF1-8DAD0849E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F94F4-00D2-024B-C484-DADBDF162795}"/>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08E233C8-BD21-0810-804F-DC89C02E3750}"/>
              </a:ext>
            </a:extLst>
          </p:cNvPr>
          <p:cNvSpPr>
            <a:spLocks noGrp="1"/>
          </p:cNvSpPr>
          <p:nvPr>
            <p:ph type="sldNum" sz="quarter" idx="10"/>
          </p:nvPr>
        </p:nvSpPr>
        <p:spPr/>
        <p:txBody>
          <a:bodyPr/>
          <a:lstStyle/>
          <a:p>
            <a:fld id="{E6AEB063-7F11-4E3B-BA52-07405B1C2D95}" type="slidenum">
              <a:rPr lang="en-US" smtClean="0"/>
              <a:t>9</a:t>
            </a:fld>
            <a:endParaRPr lang="en-US" dirty="0"/>
          </a:p>
        </p:txBody>
      </p:sp>
    </p:spTree>
    <p:extLst>
      <p:ext uri="{BB962C8B-B14F-4D97-AF65-F5344CB8AC3E}">
        <p14:creationId xmlns:p14="http://schemas.microsoft.com/office/powerpoint/2010/main" val="3406691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of main point #3 should be clear and concise.  Each piece of evidence should be summarized for clarity and cited correctly.  Do not simply read the pieces of evidence, but elaborate where needed.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 notes for elaboration here]</a:t>
            </a:r>
          </a:p>
          <a:p>
            <a:r>
              <a:rPr lang="en-US" dirty="0"/>
              <a:t>Be sure to transition to the counterargument and the next slide.</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10</a:t>
            </a:fld>
            <a:endParaRPr lang="en-US" dirty="0"/>
          </a:p>
        </p:txBody>
      </p:sp>
    </p:spTree>
    <p:extLst>
      <p:ext uri="{BB962C8B-B14F-4D97-AF65-F5344CB8AC3E}">
        <p14:creationId xmlns:p14="http://schemas.microsoft.com/office/powerpoint/2010/main" val="418214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512E0-6D62-13C6-973B-B02ACCDA9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17C5E-96DF-1AEA-B224-DC671EAD5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FD7CF2-CF7D-A7FD-7632-3DC131DEE245}"/>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E9DE9ED4-ACBD-BFBB-1B8F-9D7326216BD7}"/>
              </a:ext>
            </a:extLst>
          </p:cNvPr>
          <p:cNvSpPr>
            <a:spLocks noGrp="1"/>
          </p:cNvSpPr>
          <p:nvPr>
            <p:ph type="sldNum" sz="quarter" idx="10"/>
          </p:nvPr>
        </p:nvSpPr>
        <p:spPr/>
        <p:txBody>
          <a:bodyPr/>
          <a:lstStyle/>
          <a:p>
            <a:fld id="{E6AEB063-7F11-4E3B-BA52-07405B1C2D95}" type="slidenum">
              <a:rPr lang="en-US" smtClean="0"/>
              <a:t>11</a:t>
            </a:fld>
            <a:endParaRPr lang="en-US" dirty="0"/>
          </a:p>
        </p:txBody>
      </p:sp>
    </p:spTree>
    <p:extLst>
      <p:ext uri="{BB962C8B-B14F-4D97-AF65-F5344CB8AC3E}">
        <p14:creationId xmlns:p14="http://schemas.microsoft.com/office/powerpoint/2010/main" val="2859409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ahoma" panose="020B0604030504040204" pitchFamily="34" charset="0"/>
                <a:ea typeface="Tahoma" panose="020B0604030504040204" pitchFamily="34" charset="0"/>
                <a:cs typeface="Tahoma" panose="020B0604030504040204" pitchFamily="34" charset="0"/>
              </a:rPr>
              <a:t>The counterargument should be the most common argument against the topic.  The goal for this slide is to address the counterargument in such a way as to actually strengthen the original topic.  Be sure to address each piece of evidence against the topic.  As you address each piece of evidence elaborate on the text found on the slide.  Remember to transition to the final slide, the action step.</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12</a:t>
            </a:fld>
            <a:endParaRPr lang="en-US" dirty="0"/>
          </a:p>
        </p:txBody>
      </p:sp>
    </p:spTree>
    <p:extLst>
      <p:ext uri="{BB962C8B-B14F-4D97-AF65-F5344CB8AC3E}">
        <p14:creationId xmlns:p14="http://schemas.microsoft.com/office/powerpoint/2010/main" val="3730541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FFD81-CD7C-E61C-57D1-A9EFFA0071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C8C65-0B42-633D-78EF-C6BEF6C44D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15D318-23E3-9D7E-8115-F316BBF1B9A0}"/>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A04A9B34-6307-0100-B2FA-17D5181E9E0E}"/>
              </a:ext>
            </a:extLst>
          </p:cNvPr>
          <p:cNvSpPr>
            <a:spLocks noGrp="1"/>
          </p:cNvSpPr>
          <p:nvPr>
            <p:ph type="sldNum" sz="quarter" idx="10"/>
          </p:nvPr>
        </p:nvSpPr>
        <p:spPr/>
        <p:txBody>
          <a:bodyPr/>
          <a:lstStyle/>
          <a:p>
            <a:fld id="{E6AEB063-7F11-4E3B-BA52-07405B1C2D95}" type="slidenum">
              <a:rPr lang="en-US" smtClean="0"/>
              <a:t>13</a:t>
            </a:fld>
            <a:endParaRPr lang="en-US" dirty="0"/>
          </a:p>
        </p:txBody>
      </p:sp>
    </p:spTree>
    <p:extLst>
      <p:ext uri="{BB962C8B-B14F-4D97-AF65-F5344CB8AC3E}">
        <p14:creationId xmlns:p14="http://schemas.microsoft.com/office/powerpoint/2010/main" val="1232384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ahoma" panose="020B0604030504040204" pitchFamily="34" charset="0"/>
                <a:ea typeface="Tahoma" panose="020B0604030504040204" pitchFamily="34" charset="0"/>
                <a:cs typeface="Tahoma" panose="020B0604030504040204" pitchFamily="34" charset="0"/>
              </a:rPr>
              <a:t>The action step is what the audience is supposed to do or think about the topic.  It should be one sentence that is written clearly and with much thought. It may also be the thesis statement restated as an action.  The goal of this slide is to leave the audience with a clear message as to what they are to do or think at the end of the speech.  It may be a good idea to end with a powerful quote or image.  </a:t>
            </a:r>
          </a:p>
        </p:txBody>
      </p:sp>
      <p:sp>
        <p:nvSpPr>
          <p:cNvPr id="4" name="Slide Number Placeholder 3"/>
          <p:cNvSpPr>
            <a:spLocks noGrp="1"/>
          </p:cNvSpPr>
          <p:nvPr>
            <p:ph type="sldNum" sz="quarter" idx="10"/>
          </p:nvPr>
        </p:nvSpPr>
        <p:spPr/>
        <p:txBody>
          <a:bodyPr/>
          <a:lstStyle/>
          <a:p>
            <a:fld id="{E6AEB063-7F11-4E3B-BA52-07405B1C2D95}" type="slidenum">
              <a:rPr lang="en-US" smtClean="0"/>
              <a:t>14</a:t>
            </a:fld>
            <a:endParaRPr lang="en-US" dirty="0"/>
          </a:p>
        </p:txBody>
      </p:sp>
    </p:spTree>
    <p:extLst>
      <p:ext uri="{BB962C8B-B14F-4D97-AF65-F5344CB8AC3E}">
        <p14:creationId xmlns:p14="http://schemas.microsoft.com/office/powerpoint/2010/main" val="2906257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9DEA0-C95E-15B7-7B9C-1F57FE045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E3EE6-8D40-1AC0-95B8-EC80CD4961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62F87-834A-B899-9EC2-22199A0F7848}"/>
              </a:ext>
            </a:extLst>
          </p:cNvPr>
          <p:cNvSpPr>
            <a:spLocks noGrp="1"/>
          </p:cNvSpPr>
          <p:nvPr>
            <p:ph type="body" idx="1"/>
          </p:nvPr>
        </p:nvSpPr>
        <p:spPr/>
        <p:txBody>
          <a:bodyPr/>
          <a:lstStyle/>
          <a:p>
            <a:r>
              <a:rPr lang="en-US" dirty="0">
                <a:latin typeface="Century Gothic" panose="020B0502020202020204" pitchFamily="34" charset="0"/>
                <a:ea typeface="Tahoma" panose="020B0604030504040204" pitchFamily="34" charset="0"/>
                <a:cs typeface="Tahoma" panose="020B0604030504040204" pitchFamily="34" charset="0"/>
              </a:rPr>
              <a:t>Dedicate this entire slide to the thesis statement.  It is the reason the speech is being given.  Use this time to reveal the three main points of the speech (slides 4,5,6) as an overview for the direction of the speech:</a:t>
            </a:r>
          </a:p>
          <a:p>
            <a:r>
              <a:rPr lang="en-US" dirty="0">
                <a:latin typeface="Century Gothic" panose="020B0502020202020204" pitchFamily="34" charset="0"/>
                <a:ea typeface="Tahoma" panose="020B0604030504040204" pitchFamily="34" charset="0"/>
                <a:cs typeface="Tahoma" panose="020B0604030504040204" pitchFamily="34" charset="0"/>
              </a:rPr>
              <a:t>-[type main point #1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#2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entury Gothic" panose="020B0502020202020204" pitchFamily="34" charset="0"/>
                <a:ea typeface="Tahoma" panose="020B0604030504040204" pitchFamily="34" charset="0"/>
                <a:cs typeface="Tahoma" panose="020B0604030504040204" pitchFamily="34" charset="0"/>
              </a:rPr>
              <a:t>-[type main point #3 here]</a:t>
            </a:r>
          </a:p>
          <a:p>
            <a:r>
              <a:rPr lang="en-US" dirty="0">
                <a:latin typeface="Century Gothic" panose="020B0502020202020204" pitchFamily="34" charset="0"/>
                <a:ea typeface="Tahoma" panose="020B0604030504040204" pitchFamily="34" charset="0"/>
                <a:cs typeface="Tahoma" panose="020B0604030504040204" pitchFamily="34" charset="0"/>
              </a:rPr>
              <a:t>Be sure to transition to the first main point and the next slide.</a:t>
            </a:r>
          </a:p>
          <a:p>
            <a:endParaRPr lang="en-US" dirty="0"/>
          </a:p>
        </p:txBody>
      </p:sp>
      <p:sp>
        <p:nvSpPr>
          <p:cNvPr id="4" name="Slide Number Placeholder 3">
            <a:extLst>
              <a:ext uri="{FF2B5EF4-FFF2-40B4-BE49-F238E27FC236}">
                <a16:creationId xmlns:a16="http://schemas.microsoft.com/office/drawing/2014/main" id="{F509A385-5A04-DCB1-2C4E-975674B038D2}"/>
              </a:ext>
            </a:extLst>
          </p:cNvPr>
          <p:cNvSpPr>
            <a:spLocks noGrp="1"/>
          </p:cNvSpPr>
          <p:nvPr>
            <p:ph type="sldNum" sz="quarter" idx="10"/>
          </p:nvPr>
        </p:nvSpPr>
        <p:spPr/>
        <p:txBody>
          <a:bodyPr/>
          <a:lstStyle/>
          <a:p>
            <a:fld id="{E6AEB063-7F11-4E3B-BA52-07405B1C2D95}" type="slidenum">
              <a:rPr lang="en-US" smtClean="0"/>
              <a:t>15</a:t>
            </a:fld>
            <a:endParaRPr lang="en-US" dirty="0"/>
          </a:p>
        </p:txBody>
      </p:sp>
    </p:spTree>
    <p:extLst>
      <p:ext uri="{BB962C8B-B14F-4D97-AF65-F5344CB8AC3E}">
        <p14:creationId xmlns:p14="http://schemas.microsoft.com/office/powerpoint/2010/main" val="2167467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noProof="0"/>
              <a:t>Click to edit Master title style</a:t>
            </a:r>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5" name="Footer Placeholder 4"/>
          <p:cNvSpPr>
            <a:spLocks noGrp="1"/>
          </p:cNvSpPr>
          <p:nvPr>
            <p:ph type="ftr" sz="quarter" idx="11"/>
          </p:nvPr>
        </p:nvSpPr>
        <p:spPr/>
        <p:txBody>
          <a:bodyPr/>
          <a:lstStyle/>
          <a:p>
            <a:r>
              <a:rPr lang="en-US" noProof="0" dirty="0"/>
              <a:t>Add a footer </a:t>
            </a:r>
          </a:p>
        </p:txBody>
      </p:sp>
      <p:sp>
        <p:nvSpPr>
          <p:cNvPr id="6" name="Slide Number Placeholder 5"/>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C3AB4A3-AE75-4D00-9BE1-AF3996C6B77E}"/>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10" name="Footer Placeholder 9">
            <a:extLst>
              <a:ext uri="{FF2B5EF4-FFF2-40B4-BE49-F238E27FC236}">
                <a16:creationId xmlns:a16="http://schemas.microsoft.com/office/drawing/2014/main" id="{9471F3C4-BAAF-4391-B574-8E340EDA39E9}"/>
              </a:ext>
            </a:extLst>
          </p:cNvPr>
          <p:cNvSpPr>
            <a:spLocks noGrp="1"/>
          </p:cNvSpPr>
          <p:nvPr>
            <p:ph type="ftr" sz="quarter" idx="11"/>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FB8DD71F-FEC6-4AB5-974A-FD2B82A7BEE5}"/>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740B6DF-7478-4740-A710-DA5E9EBA7CBF}"/>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7" name="Footer Placeholder 6">
            <a:extLst>
              <a:ext uri="{FF2B5EF4-FFF2-40B4-BE49-F238E27FC236}">
                <a16:creationId xmlns:a16="http://schemas.microsoft.com/office/drawing/2014/main" id="{42D89951-67E9-4086-AED0-C236A00A5330}"/>
              </a:ext>
            </a:extLst>
          </p:cNvPr>
          <p:cNvSpPr>
            <a:spLocks noGrp="1"/>
          </p:cNvSpPr>
          <p:nvPr>
            <p:ph type="ftr" sz="quarter" idx="11"/>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38553809-8746-49E3-BCB5-0A9FF406C30C}"/>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F86C4-C3A0-4CA8-8809-1D90DE9E4D4F}"/>
              </a:ext>
            </a:extLst>
          </p:cNvPr>
          <p:cNvSpPr>
            <a:spLocks noGrp="1"/>
          </p:cNvSpPr>
          <p:nvPr>
            <p:ph type="dt" sz="half" idx="14"/>
          </p:nvPr>
        </p:nvSpPr>
        <p:spPr/>
        <p:txBody>
          <a:bodyPr/>
          <a:lstStyle/>
          <a:p>
            <a:fld id="{FB7F6C47-B260-4BB6-8230-7D14D5CDE026}" type="datetimeFigureOut">
              <a:rPr lang="en-US" noProof="0" smtClean="0"/>
              <a:t>6/27/2026</a:t>
            </a:fld>
            <a:endParaRPr lang="en-US" noProof="0" dirty="0"/>
          </a:p>
        </p:txBody>
      </p:sp>
      <p:sp>
        <p:nvSpPr>
          <p:cNvPr id="10" name="Footer Placeholder 9">
            <a:extLst>
              <a:ext uri="{FF2B5EF4-FFF2-40B4-BE49-F238E27FC236}">
                <a16:creationId xmlns:a16="http://schemas.microsoft.com/office/drawing/2014/main" id="{EDD26EA8-C9F2-49A7-8F7B-A782D30B827A}"/>
              </a:ext>
            </a:extLst>
          </p:cNvPr>
          <p:cNvSpPr>
            <a:spLocks noGrp="1"/>
          </p:cNvSpPr>
          <p:nvPr>
            <p:ph type="ftr" sz="quarter" idx="15"/>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241DD2E8-07A6-430F-A2FB-E2746C9352D4}"/>
              </a:ext>
            </a:extLst>
          </p:cNvPr>
          <p:cNvSpPr>
            <a:spLocks noGrp="1"/>
          </p:cNvSpPr>
          <p:nvPr>
            <p:ph type="sldNum" sz="quarter" idx="16"/>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endParaRPr lang="en-US" dirty="0"/>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2940641-87D1-48C5-879E-8A5FBA537AFD}"/>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10" name="Footer Placeholder 9">
            <a:extLst>
              <a:ext uri="{FF2B5EF4-FFF2-40B4-BE49-F238E27FC236}">
                <a16:creationId xmlns:a16="http://schemas.microsoft.com/office/drawing/2014/main" id="{DBFA68A8-3A7A-430B-9A66-482C28DC5A76}"/>
              </a:ext>
            </a:extLst>
          </p:cNvPr>
          <p:cNvSpPr>
            <a:spLocks noGrp="1"/>
          </p:cNvSpPr>
          <p:nvPr>
            <p:ph type="ftr" sz="quarter" idx="11"/>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96C17F98-4E3F-4327-8CCF-D13C337121AC}"/>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Date Placeholder 2">
            <a:extLst>
              <a:ext uri="{FF2B5EF4-FFF2-40B4-BE49-F238E27FC236}">
                <a16:creationId xmlns:a16="http://schemas.microsoft.com/office/drawing/2014/main" id="{5829ED24-3C5F-4326-A304-DBDBA6CE7E1A}"/>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4" name="Footer Placeholder 3">
            <a:extLst>
              <a:ext uri="{FF2B5EF4-FFF2-40B4-BE49-F238E27FC236}">
                <a16:creationId xmlns:a16="http://schemas.microsoft.com/office/drawing/2014/main" id="{BF532AEE-3AAE-4FBF-969F-8A364CE8AEB6}"/>
              </a:ext>
            </a:extLst>
          </p:cNvPr>
          <p:cNvSpPr>
            <a:spLocks noGrp="1"/>
          </p:cNvSpPr>
          <p:nvPr>
            <p:ph type="ftr" sz="quarter" idx="11"/>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6717C1A8-7DBE-4E24-BCA1-D820D780B9C5}"/>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20466CE2-DFEE-46B8-AFB2-817272E3B703}"/>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9" name="Footer Placeholder 8">
            <a:extLst>
              <a:ext uri="{FF2B5EF4-FFF2-40B4-BE49-F238E27FC236}">
                <a16:creationId xmlns:a16="http://schemas.microsoft.com/office/drawing/2014/main" id="{27E9A94A-136A-4208-8F98-012BDAC1A23C}"/>
              </a:ext>
            </a:extLst>
          </p:cNvPr>
          <p:cNvSpPr>
            <a:spLocks noGrp="1"/>
          </p:cNvSpPr>
          <p:nvPr>
            <p:ph type="ftr" sz="quarter" idx="11"/>
          </p:nvPr>
        </p:nvSpPr>
        <p:spPr/>
        <p:txBody>
          <a:bodyPr/>
          <a:lstStyle/>
          <a:p>
            <a:r>
              <a:rPr lang="en-US" noProof="0" dirty="0"/>
              <a:t>Add a footer</a:t>
            </a:r>
          </a:p>
        </p:txBody>
      </p:sp>
      <p:sp>
        <p:nvSpPr>
          <p:cNvPr id="10" name="Slide Number Placeholder 9">
            <a:extLst>
              <a:ext uri="{FF2B5EF4-FFF2-40B4-BE49-F238E27FC236}">
                <a16:creationId xmlns:a16="http://schemas.microsoft.com/office/drawing/2014/main" id="{81459C8B-DA0F-4808-A642-40471D1D2C96}"/>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1FE71A4-2AD7-44A1-9075-3AB1A226C1C2}"/>
              </a:ext>
            </a:extLst>
          </p:cNvPr>
          <p:cNvSpPr>
            <a:spLocks noGrp="1"/>
          </p:cNvSpPr>
          <p:nvPr>
            <p:ph type="dt" sz="half" idx="15"/>
          </p:nvPr>
        </p:nvSpPr>
        <p:spPr/>
        <p:txBody>
          <a:bodyPr/>
          <a:lstStyle/>
          <a:p>
            <a:fld id="{FB7F6C47-B260-4BB6-8230-7D14D5CDE026}" type="datetimeFigureOut">
              <a:rPr lang="en-US" noProof="0" smtClean="0"/>
              <a:t>6/27/2026</a:t>
            </a:fld>
            <a:endParaRPr lang="en-US" noProof="0" dirty="0"/>
          </a:p>
        </p:txBody>
      </p:sp>
      <p:sp>
        <p:nvSpPr>
          <p:cNvPr id="4" name="Footer Placeholder 3">
            <a:extLst>
              <a:ext uri="{FF2B5EF4-FFF2-40B4-BE49-F238E27FC236}">
                <a16:creationId xmlns:a16="http://schemas.microsoft.com/office/drawing/2014/main" id="{0F5F74D3-28C0-4AA1-8508-75D32DA3C2A0}"/>
              </a:ext>
            </a:extLst>
          </p:cNvPr>
          <p:cNvSpPr>
            <a:spLocks noGrp="1"/>
          </p:cNvSpPr>
          <p:nvPr>
            <p:ph type="ftr" sz="quarter" idx="16"/>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77D83112-B341-46D2-8B30-46DBC3DAE35A}"/>
              </a:ext>
            </a:extLst>
          </p:cNvPr>
          <p:cNvSpPr>
            <a:spLocks noGrp="1"/>
          </p:cNvSpPr>
          <p:nvPr>
            <p:ph type="sldNum" sz="quarter" idx="17"/>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913A633-0BBE-491F-94FD-A319FC7D2B1A}"/>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8" name="Footer Placeholder 7">
            <a:extLst>
              <a:ext uri="{FF2B5EF4-FFF2-40B4-BE49-F238E27FC236}">
                <a16:creationId xmlns:a16="http://schemas.microsoft.com/office/drawing/2014/main" id="{9916FEDE-3F7F-4F2C-A341-BDA56AA7C2AC}"/>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0C1EE25F-3E3B-45D3-B259-498E69BF2D67}"/>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D4F5D18E-4241-429D-BEDB-6A7415C52F3D}"/>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8" name="Footer Placeholder 7">
            <a:extLst>
              <a:ext uri="{FF2B5EF4-FFF2-40B4-BE49-F238E27FC236}">
                <a16:creationId xmlns:a16="http://schemas.microsoft.com/office/drawing/2014/main" id="{7F5CFD55-6AD5-4B7E-AC33-483174EF1EBD}"/>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514D43F5-DCFF-4B29-AC19-0BF28605BA8B}"/>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B3473E37-6504-470F-92FA-792C3ACA4FEC}"/>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12" name="Footer Placeholder 11">
            <a:extLst>
              <a:ext uri="{FF2B5EF4-FFF2-40B4-BE49-F238E27FC236}">
                <a16:creationId xmlns:a16="http://schemas.microsoft.com/office/drawing/2014/main" id="{7523DE74-18E2-4EF3-A1FC-8A32CCFE2666}"/>
              </a:ext>
            </a:extLst>
          </p:cNvPr>
          <p:cNvSpPr>
            <a:spLocks noGrp="1"/>
          </p:cNvSpPr>
          <p:nvPr>
            <p:ph type="ftr" sz="quarter" idx="11"/>
          </p:nvPr>
        </p:nvSpPr>
        <p:spPr/>
        <p:txBody>
          <a:bodyPr/>
          <a:lstStyle/>
          <a:p>
            <a:r>
              <a:rPr lang="en-US" noProof="0" dirty="0"/>
              <a:t>Add a footer</a:t>
            </a:r>
          </a:p>
        </p:txBody>
      </p:sp>
      <p:sp>
        <p:nvSpPr>
          <p:cNvPr id="13" name="Slide Number Placeholder 12">
            <a:extLst>
              <a:ext uri="{FF2B5EF4-FFF2-40B4-BE49-F238E27FC236}">
                <a16:creationId xmlns:a16="http://schemas.microsoft.com/office/drawing/2014/main" id="{51B4AF82-5505-4A7E-AA81-139F21451D9A}"/>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noProof="0"/>
              <a:t>Click to edit Master title style</a:t>
            </a:r>
          </a:p>
        </p:txBody>
      </p:sp>
      <p:sp>
        <p:nvSpPr>
          <p:cNvPr id="7" name="Date Placeholder 6">
            <a:extLst>
              <a:ext uri="{FF2B5EF4-FFF2-40B4-BE49-F238E27FC236}">
                <a16:creationId xmlns:a16="http://schemas.microsoft.com/office/drawing/2014/main" id="{93AF03C3-E3F3-4845-8D9E-9BD2A676707E}"/>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8" name="Footer Placeholder 7">
            <a:extLst>
              <a:ext uri="{FF2B5EF4-FFF2-40B4-BE49-F238E27FC236}">
                <a16:creationId xmlns:a16="http://schemas.microsoft.com/office/drawing/2014/main" id="{DB9C7230-29FF-42F2-A662-1BC1D19C5003}"/>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99EBD02D-5A68-4A14-892F-DE4953F2E3DD}"/>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6D14D8-4D13-4DFE-938B-B710F891BBA2}"/>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6" name="Footer Placeholder 5">
            <a:extLst>
              <a:ext uri="{FF2B5EF4-FFF2-40B4-BE49-F238E27FC236}">
                <a16:creationId xmlns:a16="http://schemas.microsoft.com/office/drawing/2014/main" id="{6864B8A5-6021-4208-A587-B45576E66D48}"/>
              </a:ext>
            </a:extLst>
          </p:cNvPr>
          <p:cNvSpPr>
            <a:spLocks noGrp="1"/>
          </p:cNvSpPr>
          <p:nvPr>
            <p:ph type="ftr" sz="quarter" idx="11"/>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53C96ABC-E632-4853-B7CC-A2FB4B7CF144}"/>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noProof="0"/>
              <a:t>Click to edit Master title style</a:t>
            </a:r>
          </a:p>
        </p:txBody>
      </p:sp>
      <p:sp>
        <p:nvSpPr>
          <p:cNvPr id="3" name="Content Placeholder 2"/>
          <p:cNvSpPr>
            <a:spLocks noGrp="1"/>
          </p:cNvSpPr>
          <p:nvPr>
            <p:ph idx="1" hasCustomPrompt="1"/>
          </p:nvPr>
        </p:nvSpPr>
        <p:spPr>
          <a:xfrm>
            <a:off x="4855633" y="446088"/>
            <a:ext cx="6252633" cy="5414963"/>
          </a:xfrm>
        </p:spPr>
        <p:txBody>
          <a:bodyP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hasCustomPrompt="1"/>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8" name="Date Placeholder 7">
            <a:extLst>
              <a:ext uri="{FF2B5EF4-FFF2-40B4-BE49-F238E27FC236}">
                <a16:creationId xmlns:a16="http://schemas.microsoft.com/office/drawing/2014/main" id="{CBF97433-9C09-4B71-A1E0-24F75011D99C}"/>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9" name="Footer Placeholder 8">
            <a:extLst>
              <a:ext uri="{FF2B5EF4-FFF2-40B4-BE49-F238E27FC236}">
                <a16:creationId xmlns:a16="http://schemas.microsoft.com/office/drawing/2014/main" id="{46EDA271-FE91-46E6-ABB5-0A3AD2448B21}"/>
              </a:ext>
            </a:extLst>
          </p:cNvPr>
          <p:cNvSpPr>
            <a:spLocks noGrp="1"/>
          </p:cNvSpPr>
          <p:nvPr>
            <p:ph type="ftr" sz="quarter" idx="11"/>
          </p:nvPr>
        </p:nvSpPr>
        <p:spPr/>
        <p:txBody>
          <a:bodyPr/>
          <a:lstStyle/>
          <a:p>
            <a:r>
              <a:rPr lang="en-US" noProof="0" dirty="0"/>
              <a:t>Add a footer</a:t>
            </a:r>
          </a:p>
        </p:txBody>
      </p:sp>
      <p:sp>
        <p:nvSpPr>
          <p:cNvPr id="10" name="Slide Number Placeholder 9">
            <a:extLst>
              <a:ext uri="{FF2B5EF4-FFF2-40B4-BE49-F238E27FC236}">
                <a16:creationId xmlns:a16="http://schemas.microsoft.com/office/drawing/2014/main" id="{C44DCFF3-B944-4C24-A12C-689D1FF794E8}"/>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noProof="0"/>
              <a:t>Click to edit Master title style</a:t>
            </a:r>
          </a:p>
        </p:txBody>
      </p:sp>
      <p:sp>
        <p:nvSpPr>
          <p:cNvPr id="3" name="Text Placeholder 2"/>
          <p:cNvSpPr>
            <a:spLocks noGrp="1"/>
          </p:cNvSpPr>
          <p:nvPr>
            <p:ph type="body" idx="1" hasCustomPrompt="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9" name="Text Placeholder 5"/>
          <p:cNvSpPr>
            <a:spLocks noGrp="1"/>
          </p:cNvSpPr>
          <p:nvPr>
            <p:ph type="body" sz="quarter" idx="16" hasCustomPrompt="1"/>
          </p:nvPr>
        </p:nvSpPr>
        <p:spPr>
          <a:xfrm>
            <a:off x="7574642" y="1081456"/>
            <a:ext cx="3810001" cy="4075465"/>
          </a:xfrm>
        </p:spPr>
        <p:txBody>
          <a:bodyPr anchor="t" anchorCtr="0">
            <a:normAutofit/>
          </a:bodyPr>
          <a:lstStyle>
            <a:lvl1pPr marL="0" indent="0" algn="l">
              <a:buFontTx/>
              <a:buNone/>
              <a:defRPr sz="2800"/>
            </a:lvl1pPr>
          </a:lstStyle>
          <a:p>
            <a:pPr lvl="0"/>
            <a:r>
              <a:rPr lang="en-US" noProof="0"/>
              <a:t>Edit Master text styles</a:t>
            </a:r>
          </a:p>
        </p:txBody>
      </p:sp>
      <p:sp>
        <p:nvSpPr>
          <p:cNvPr id="7" name="Date Placeholder 6">
            <a:extLst>
              <a:ext uri="{FF2B5EF4-FFF2-40B4-BE49-F238E27FC236}">
                <a16:creationId xmlns:a16="http://schemas.microsoft.com/office/drawing/2014/main" id="{7964F81E-11BA-4BB3-AC2C-0A729DC676E6}"/>
              </a:ext>
            </a:extLst>
          </p:cNvPr>
          <p:cNvSpPr>
            <a:spLocks noGrp="1"/>
          </p:cNvSpPr>
          <p:nvPr>
            <p:ph type="dt" sz="half" idx="17"/>
          </p:nvPr>
        </p:nvSpPr>
        <p:spPr/>
        <p:txBody>
          <a:bodyPr/>
          <a:lstStyle/>
          <a:p>
            <a:fld id="{FB7F6C47-B260-4BB6-8230-7D14D5CDE026}" type="datetimeFigureOut">
              <a:rPr lang="en-US" noProof="0" smtClean="0"/>
              <a:t>6/27/2026</a:t>
            </a:fld>
            <a:endParaRPr lang="en-US" noProof="0" dirty="0"/>
          </a:p>
        </p:txBody>
      </p:sp>
      <p:sp>
        <p:nvSpPr>
          <p:cNvPr id="10" name="Footer Placeholder 9">
            <a:extLst>
              <a:ext uri="{FF2B5EF4-FFF2-40B4-BE49-F238E27FC236}">
                <a16:creationId xmlns:a16="http://schemas.microsoft.com/office/drawing/2014/main" id="{F93A4488-E8DE-4FEB-88F9-B37F95CC838A}"/>
              </a:ext>
            </a:extLst>
          </p:cNvPr>
          <p:cNvSpPr>
            <a:spLocks noGrp="1"/>
          </p:cNvSpPr>
          <p:nvPr>
            <p:ph type="ftr" sz="quarter" idx="18"/>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DF909D08-1E53-42D5-954B-F61B5083645D}"/>
              </a:ext>
            </a:extLst>
          </p:cNvPr>
          <p:cNvSpPr>
            <a:spLocks noGrp="1"/>
          </p:cNvSpPr>
          <p:nvPr>
            <p:ph type="sldNum" sz="quarter" idx="19"/>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noProof="0"/>
              <a:t>Click to edit Master title style</a:t>
            </a:r>
          </a:p>
        </p:txBody>
      </p:sp>
      <p:sp>
        <p:nvSpPr>
          <p:cNvPr id="6" name="Text Placeholder 5"/>
          <p:cNvSpPr>
            <a:spLocks noGrp="1"/>
          </p:cNvSpPr>
          <p:nvPr>
            <p:ph type="body" sz="quarter" idx="16" hasCustomPrompt="1"/>
          </p:nvPr>
        </p:nvSpPr>
        <p:spPr>
          <a:xfrm>
            <a:off x="6156000" y="2286000"/>
            <a:ext cx="4880300" cy="2295525"/>
          </a:xfrm>
        </p:spPr>
        <p:txBody>
          <a:bodyPr anchor="ctr" anchorCtr="0">
            <a:normAutofit/>
          </a:bodyPr>
          <a:lstStyle>
            <a:lvl1pPr marL="0" indent="0" algn="ctr">
              <a:buFontTx/>
              <a:buNone/>
              <a:defRPr sz="2800"/>
            </a:lvl1pPr>
          </a:lstStyle>
          <a:p>
            <a:pPr lvl="0"/>
            <a:r>
              <a:rPr lang="en-US" noProof="0"/>
              <a:t>Edit Master text styles</a:t>
            </a:r>
          </a:p>
        </p:txBody>
      </p:sp>
      <p:sp>
        <p:nvSpPr>
          <p:cNvPr id="5" name="Date Placeholder 4">
            <a:extLst>
              <a:ext uri="{FF2B5EF4-FFF2-40B4-BE49-F238E27FC236}">
                <a16:creationId xmlns:a16="http://schemas.microsoft.com/office/drawing/2014/main" id="{52142ECB-4FB1-4B01-80F3-04208C781B16}"/>
              </a:ext>
            </a:extLst>
          </p:cNvPr>
          <p:cNvSpPr>
            <a:spLocks noGrp="1"/>
          </p:cNvSpPr>
          <p:nvPr>
            <p:ph type="dt" sz="half" idx="17"/>
          </p:nvPr>
        </p:nvSpPr>
        <p:spPr/>
        <p:txBody>
          <a:bodyPr/>
          <a:lstStyle/>
          <a:p>
            <a:fld id="{FB7F6C47-B260-4BB6-8230-7D14D5CDE026}" type="datetimeFigureOut">
              <a:rPr lang="en-US" noProof="0" smtClean="0"/>
              <a:t>6/27/2026</a:t>
            </a:fld>
            <a:endParaRPr lang="en-US" noProof="0" dirty="0"/>
          </a:p>
        </p:txBody>
      </p:sp>
      <p:sp>
        <p:nvSpPr>
          <p:cNvPr id="7" name="Footer Placeholder 6">
            <a:extLst>
              <a:ext uri="{FF2B5EF4-FFF2-40B4-BE49-F238E27FC236}">
                <a16:creationId xmlns:a16="http://schemas.microsoft.com/office/drawing/2014/main" id="{776F215A-F354-440E-A263-A920F5950831}"/>
              </a:ext>
            </a:extLst>
          </p:cNvPr>
          <p:cNvSpPr>
            <a:spLocks noGrp="1"/>
          </p:cNvSpPr>
          <p:nvPr>
            <p:ph type="ftr" sz="quarter" idx="18"/>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E90FC50C-9C02-4BD6-9CBE-6880E1297783}"/>
              </a:ext>
            </a:extLst>
          </p:cNvPr>
          <p:cNvSpPr>
            <a:spLocks noGrp="1"/>
          </p:cNvSpPr>
          <p:nvPr>
            <p:ph type="sldNum" sz="quarter" idx="19"/>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noProof="0"/>
              <a:t>Click to edit Master title style</a:t>
            </a:r>
          </a:p>
        </p:txBody>
      </p:sp>
      <p:sp>
        <p:nvSpPr>
          <p:cNvPr id="3" name="Vertical Text Placeholder 2"/>
          <p:cNvSpPr>
            <a:spLocks noGrp="1"/>
          </p:cNvSpPr>
          <p:nvPr>
            <p:ph type="body" orient="vert" idx="1" hasCustomPrompt="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a:extLst>
              <a:ext uri="{FF2B5EF4-FFF2-40B4-BE49-F238E27FC236}">
                <a16:creationId xmlns:a16="http://schemas.microsoft.com/office/drawing/2014/main" id="{9D7128B4-F868-4384-A8AA-473DA3516902}"/>
              </a:ext>
            </a:extLst>
          </p:cNvPr>
          <p:cNvSpPr>
            <a:spLocks noGrp="1"/>
          </p:cNvSpPr>
          <p:nvPr>
            <p:ph type="dt" sz="half" idx="10"/>
          </p:nvPr>
        </p:nvSpPr>
        <p:spPr/>
        <p:txBody>
          <a:bodyPr/>
          <a:lstStyle/>
          <a:p>
            <a:fld id="{FB7F6C47-B260-4BB6-8230-7D14D5CDE026}" type="datetimeFigureOut">
              <a:rPr lang="en-US" noProof="0" smtClean="0"/>
              <a:t>6/27/2026</a:t>
            </a:fld>
            <a:endParaRPr lang="en-US" noProof="0" dirty="0"/>
          </a:p>
        </p:txBody>
      </p:sp>
      <p:sp>
        <p:nvSpPr>
          <p:cNvPr id="8" name="Footer Placeholder 7">
            <a:extLst>
              <a:ext uri="{FF2B5EF4-FFF2-40B4-BE49-F238E27FC236}">
                <a16:creationId xmlns:a16="http://schemas.microsoft.com/office/drawing/2014/main" id="{84FF940D-9281-4C2A-BA62-E5854A11F99B}"/>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5FB1454F-842C-4F51-A7E7-0335B2FB16F1}"/>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noProof="0"/>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US" noProof="0" dirty="0"/>
              <a:t>Add a footer</a:t>
            </a:r>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noProof="0" smtClean="0"/>
              <a:t>6/27/2026</a:t>
            </a:fld>
            <a:endParaRPr lang="en-US" noProof="0"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https://go.microsoft.com/fwlink/?linkid=2007348"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bwMode="grayWhite">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D37BC-7D91-4F83-845D-70080D7DD6FC}"/>
              </a:ext>
            </a:extLst>
          </p:cNvPr>
          <p:cNvSpPr>
            <a:spLocks noGrp="1"/>
          </p:cNvSpPr>
          <p:nvPr>
            <p:ph type="ctrTitle"/>
          </p:nvPr>
        </p:nvSpPr>
        <p:spPr bwMode="black"/>
        <p:txBody>
          <a:bodyPr/>
          <a:lstStyle/>
          <a:p>
            <a:r>
              <a:rPr lang="en-US" b="0" dirty="0">
                <a:latin typeface="Elephant" panose="02020904090505020303" pitchFamily="18" charset="0"/>
              </a:rPr>
              <a:t>Java</a:t>
            </a:r>
            <a:r>
              <a:rPr lang="en-US" dirty="0">
                <a:latin typeface="Elephant" panose="02020904090505020303" pitchFamily="18" charset="0"/>
              </a:rPr>
              <a:t>Script</a:t>
            </a:r>
            <a:endParaRPr lang="en-US" b="0" dirty="0">
              <a:latin typeface="Elephant" panose="02020904090505020303" pitchFamily="18" charset="0"/>
            </a:endParaRPr>
          </a:p>
        </p:txBody>
      </p:sp>
      <p:sp>
        <p:nvSpPr>
          <p:cNvPr id="3" name="Subtitle 2">
            <a:extLst>
              <a:ext uri="{FF2B5EF4-FFF2-40B4-BE49-F238E27FC236}">
                <a16:creationId xmlns:a16="http://schemas.microsoft.com/office/drawing/2014/main" id="{59E5DACC-1D74-41AD-B036-C015472B948F}"/>
              </a:ext>
            </a:extLst>
          </p:cNvPr>
          <p:cNvSpPr>
            <a:spLocks noGrp="1"/>
          </p:cNvSpPr>
          <p:nvPr>
            <p:ph type="subTitle" idx="1"/>
          </p:nvPr>
        </p:nvSpPr>
        <p:spPr>
          <a:xfrm>
            <a:off x="810001" y="5280849"/>
            <a:ext cx="10159998" cy="764352"/>
          </a:xfrm>
        </p:spPr>
        <p:txBody>
          <a:bodyPr>
            <a:normAutofit fontScale="85000" lnSpcReduction="20000"/>
          </a:bodyPr>
          <a:lstStyle/>
          <a:p>
            <a:r>
              <a:rPr lang="en-US" sz="2400" dirty="0">
                <a:latin typeface="Georgia" panose="02040502050405020303" pitchFamily="18" charset="0"/>
              </a:rPr>
              <a:t>JavaScript is a high-level, interpreted programming language</a:t>
            </a:r>
            <a:r>
              <a:rPr lang="en-US" dirty="0">
                <a:latin typeface="Georgia" panose="02040502050405020303" pitchFamily="18" charset="0"/>
              </a:rPr>
              <a:t> </a:t>
            </a:r>
          </a:p>
          <a:p>
            <a:r>
              <a:rPr lang="en-US" dirty="0">
                <a:latin typeface="Georgia" panose="02040502050405020303" pitchFamily="18" charset="0"/>
              </a:rPr>
              <a:t> that a</a:t>
            </a:r>
            <a:r>
              <a:rPr lang="en-US" sz="2400" dirty="0">
                <a:latin typeface="Georgia" panose="02040502050405020303" pitchFamily="18" charset="0"/>
              </a:rPr>
              <a:t>dds integrity and dynamic features to the website.</a:t>
            </a:r>
          </a:p>
        </p:txBody>
      </p:sp>
      <p:sp>
        <p:nvSpPr>
          <p:cNvPr id="4" name="Star: 5 Points 3">
            <a:extLst>
              <a:ext uri="{FF2B5EF4-FFF2-40B4-BE49-F238E27FC236}">
                <a16:creationId xmlns:a16="http://schemas.microsoft.com/office/drawing/2014/main" id="{D07051B2-B3CA-6F34-EA93-1A059BCE6C13}"/>
              </a:ext>
            </a:extLst>
          </p:cNvPr>
          <p:cNvSpPr/>
          <p:nvPr/>
        </p:nvSpPr>
        <p:spPr>
          <a:xfrm>
            <a:off x="2235200" y="5331306"/>
            <a:ext cx="135467" cy="12834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tar: 5 Points 4">
            <a:extLst>
              <a:ext uri="{FF2B5EF4-FFF2-40B4-BE49-F238E27FC236}">
                <a16:creationId xmlns:a16="http://schemas.microsoft.com/office/drawing/2014/main" id="{59381B7C-5A88-B4F1-3329-F066A7D76F3C}"/>
              </a:ext>
            </a:extLst>
          </p:cNvPr>
          <p:cNvSpPr/>
          <p:nvPr/>
        </p:nvSpPr>
        <p:spPr>
          <a:xfrm>
            <a:off x="9042400" y="5706533"/>
            <a:ext cx="186267" cy="13546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1397584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FF1311-DD92-45BA-B10F-C1A324C27B55}"/>
              </a:ext>
            </a:extLst>
          </p:cNvPr>
          <p:cNvSpPr>
            <a:spLocks noGrp="1"/>
          </p:cNvSpPr>
          <p:nvPr>
            <p:ph sz="half" idx="4294967295"/>
          </p:nvPr>
        </p:nvSpPr>
        <p:spPr>
          <a:xfrm>
            <a:off x="905338" y="2380155"/>
            <a:ext cx="5186363" cy="3638550"/>
          </a:xfrm>
        </p:spPr>
        <p:txBody>
          <a:bodyPr>
            <a:normAutofit/>
          </a:bodyPr>
          <a:lstStyle/>
          <a:p>
            <a:pPr marL="0" indent="0">
              <a:buNone/>
            </a:pPr>
            <a:r>
              <a:rPr lang="en-US" sz="2000" dirty="0">
                <a:latin typeface="Georgia" panose="02040502050405020303" pitchFamily="18" charset="0"/>
              </a:rPr>
              <a:t>An alert is a box that pops up to give the user a message.</a:t>
            </a:r>
          </a:p>
          <a:p>
            <a:pPr marL="0" indent="0">
              <a:buNone/>
            </a:pPr>
            <a:r>
              <a:rPr lang="en-US" sz="2000" dirty="0">
                <a:latin typeface="Georgia" panose="02040502050405020303" pitchFamily="18" charset="0"/>
              </a:rPr>
              <a:t>It is a keyword, a special meaning for JavaScript.</a:t>
            </a:r>
          </a:p>
          <a:p>
            <a:pPr marL="0" indent="0">
              <a:buNone/>
            </a:pPr>
            <a:r>
              <a:rPr lang="en-US" sz="2000" dirty="0">
                <a:latin typeface="Georgia" panose="02040502050405020303" pitchFamily="18" charset="0"/>
              </a:rPr>
              <a:t>It could be written as:</a:t>
            </a:r>
          </a:p>
          <a:p>
            <a:pPr marL="0" indent="0">
              <a:buNone/>
            </a:pPr>
            <a:r>
              <a:rPr lang="en-US" sz="2000" dirty="0">
                <a:latin typeface="Georgia" panose="02040502050405020303" pitchFamily="18" charset="0"/>
              </a:rPr>
              <a:t>Alert(“Hello”)</a:t>
            </a:r>
          </a:p>
        </p:txBody>
      </p:sp>
      <p:sp>
        <p:nvSpPr>
          <p:cNvPr id="4" name="Content Placeholder 3">
            <a:extLst>
              <a:ext uri="{FF2B5EF4-FFF2-40B4-BE49-F238E27FC236}">
                <a16:creationId xmlns:a16="http://schemas.microsoft.com/office/drawing/2014/main" id="{7CEAEB45-73DA-4942-9673-8B5F64D72642}"/>
              </a:ext>
            </a:extLst>
          </p:cNvPr>
          <p:cNvSpPr>
            <a:spLocks noGrp="1"/>
          </p:cNvSpPr>
          <p:nvPr>
            <p:ph sz="half" idx="2"/>
          </p:nvPr>
        </p:nvSpPr>
        <p:spPr/>
        <p:txBody>
          <a:bodyPr/>
          <a:lstStyle/>
          <a:p>
            <a:pPr marL="0" indent="0">
              <a:buNone/>
            </a:pPr>
            <a:endParaRPr lang="en-US" dirty="0"/>
          </a:p>
          <a:p>
            <a:endParaRPr lang="en-US" dirty="0"/>
          </a:p>
        </p:txBody>
      </p:sp>
      <p:sp>
        <p:nvSpPr>
          <p:cNvPr id="7" name="Title 6">
            <a:extLst>
              <a:ext uri="{FF2B5EF4-FFF2-40B4-BE49-F238E27FC236}">
                <a16:creationId xmlns:a16="http://schemas.microsoft.com/office/drawing/2014/main" id="{3B1E71FC-15CD-79FE-0ABB-3B6CA25BC4DB}"/>
              </a:ext>
            </a:extLst>
          </p:cNvPr>
          <p:cNvSpPr>
            <a:spLocks noGrp="1"/>
          </p:cNvSpPr>
          <p:nvPr>
            <p:ph type="title"/>
          </p:nvPr>
        </p:nvSpPr>
        <p:spPr/>
        <p:txBody>
          <a:bodyPr/>
          <a:lstStyle/>
          <a:p>
            <a:r>
              <a:rPr lang="en-US" dirty="0">
                <a:latin typeface="Elephant" panose="02020904090505020303" pitchFamily="18" charset="0"/>
              </a:rPr>
              <a:t>Chapter 1:Role of Alert</a:t>
            </a:r>
          </a:p>
        </p:txBody>
      </p:sp>
      <p:sp>
        <p:nvSpPr>
          <p:cNvPr id="8" name="Star: 5 Points 7">
            <a:extLst>
              <a:ext uri="{FF2B5EF4-FFF2-40B4-BE49-F238E27FC236}">
                <a16:creationId xmlns:a16="http://schemas.microsoft.com/office/drawing/2014/main" id="{6884EE0F-A228-E788-3D37-EEA9989F72EC}"/>
              </a:ext>
            </a:extLst>
          </p:cNvPr>
          <p:cNvSpPr/>
          <p:nvPr/>
        </p:nvSpPr>
        <p:spPr>
          <a:xfrm>
            <a:off x="732292" y="3158736"/>
            <a:ext cx="163239" cy="196372"/>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tar: 5 Points 8">
            <a:extLst>
              <a:ext uri="{FF2B5EF4-FFF2-40B4-BE49-F238E27FC236}">
                <a16:creationId xmlns:a16="http://schemas.microsoft.com/office/drawing/2014/main" id="{E9A8D71C-C0E6-CEA9-6D41-63F98CA35A6F}"/>
              </a:ext>
            </a:extLst>
          </p:cNvPr>
          <p:cNvSpPr/>
          <p:nvPr/>
        </p:nvSpPr>
        <p:spPr>
          <a:xfrm>
            <a:off x="726334" y="3905475"/>
            <a:ext cx="157280" cy="22504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Star: 5 Points 9">
            <a:extLst>
              <a:ext uri="{FF2B5EF4-FFF2-40B4-BE49-F238E27FC236}">
                <a16:creationId xmlns:a16="http://schemas.microsoft.com/office/drawing/2014/main" id="{44108125-7A0F-D8C5-E6BD-AE4CD7FF83FE}"/>
              </a:ext>
            </a:extLst>
          </p:cNvPr>
          <p:cNvSpPr/>
          <p:nvPr/>
        </p:nvSpPr>
        <p:spPr>
          <a:xfrm>
            <a:off x="754762" y="4578324"/>
            <a:ext cx="157280" cy="22504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Arrow: Right 10">
            <a:extLst>
              <a:ext uri="{FF2B5EF4-FFF2-40B4-BE49-F238E27FC236}">
                <a16:creationId xmlns:a16="http://schemas.microsoft.com/office/drawing/2014/main" id="{30383EC4-E73F-56FB-F048-07CF8B1C5A16}"/>
              </a:ext>
            </a:extLst>
          </p:cNvPr>
          <p:cNvSpPr/>
          <p:nvPr/>
        </p:nvSpPr>
        <p:spPr>
          <a:xfrm>
            <a:off x="689589" y="5108027"/>
            <a:ext cx="258207" cy="958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C8B79E62-F84A-43E5-D4CA-3FDB82F149AD}"/>
              </a:ext>
            </a:extLst>
          </p:cNvPr>
          <p:cNvPicPr>
            <a:picLocks noChangeAspect="1"/>
          </p:cNvPicPr>
          <p:nvPr/>
        </p:nvPicPr>
        <p:blipFill>
          <a:blip r:embed="rId3"/>
          <a:stretch>
            <a:fillRect/>
          </a:stretch>
        </p:blipFill>
        <p:spPr>
          <a:xfrm>
            <a:off x="6091701" y="2222287"/>
            <a:ext cx="5345537" cy="3638764"/>
          </a:xfrm>
          <a:prstGeom prst="rect">
            <a:avLst/>
          </a:prstGeom>
        </p:spPr>
      </p:pic>
    </p:spTree>
    <p:extLst>
      <p:ext uri="{BB962C8B-B14F-4D97-AF65-F5344CB8AC3E}">
        <p14:creationId xmlns:p14="http://schemas.microsoft.com/office/powerpoint/2010/main" val="213104372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65665-583F-4DD8-814D-FECA92009E9A}"/>
              </a:ext>
            </a:extLst>
          </p:cNvPr>
          <p:cNvSpPr>
            <a:spLocks noGrp="1"/>
          </p:cNvSpPr>
          <p:nvPr>
            <p:ph type="title"/>
          </p:nvPr>
        </p:nvSpPr>
        <p:spPr bwMode="white"/>
        <p:txBody>
          <a:bodyPr/>
          <a:lstStyle/>
          <a:p>
            <a:r>
              <a:rPr lang="en-US" sz="4000" dirty="0">
                <a:latin typeface="Elephant" panose="02020904090505020303" pitchFamily="18" charset="0"/>
              </a:rPr>
              <a:t>Data Types in JavaScript</a:t>
            </a:r>
          </a:p>
        </p:txBody>
      </p:sp>
    </p:spTree>
    <p:extLst>
      <p:ext uri="{BB962C8B-B14F-4D97-AF65-F5344CB8AC3E}">
        <p14:creationId xmlns:p14="http://schemas.microsoft.com/office/powerpoint/2010/main" val="38690944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4DCA5-E549-1674-1DD6-D60137C5D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2D5F55-841B-2A94-3056-5E3D6F631382}"/>
              </a:ext>
            </a:extLst>
          </p:cNvPr>
          <p:cNvSpPr>
            <a:spLocks noGrp="1"/>
          </p:cNvSpPr>
          <p:nvPr>
            <p:ph type="title"/>
          </p:nvPr>
        </p:nvSpPr>
        <p:spPr bwMode="white"/>
        <p:txBody>
          <a:bodyPr/>
          <a:lstStyle/>
          <a:p>
            <a:r>
              <a:rPr lang="en-US" dirty="0">
                <a:latin typeface="Elephant" panose="02020904090505020303" pitchFamily="18" charset="0"/>
              </a:rPr>
              <a:t>Three data types:</a:t>
            </a:r>
            <a:endParaRPr lang="en-US" sz="4000" dirty="0">
              <a:latin typeface="Elephant" panose="02020904090505020303" pitchFamily="18" charset="0"/>
            </a:endParaRPr>
          </a:p>
        </p:txBody>
      </p:sp>
      <p:sp>
        <p:nvSpPr>
          <p:cNvPr id="3" name="Rectangle 2">
            <a:extLst>
              <a:ext uri="{FF2B5EF4-FFF2-40B4-BE49-F238E27FC236}">
                <a16:creationId xmlns:a16="http://schemas.microsoft.com/office/drawing/2014/main" id="{69B3B070-0E13-624E-985D-5122F3E513F3}"/>
              </a:ext>
            </a:extLst>
          </p:cNvPr>
          <p:cNvSpPr/>
          <p:nvPr/>
        </p:nvSpPr>
        <p:spPr>
          <a:xfrm>
            <a:off x="0" y="2254469"/>
            <a:ext cx="12192000" cy="46035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J</a:t>
            </a:r>
            <a:r>
              <a:rPr lang="en-US" dirty="0" err="1">
                <a:solidFill>
                  <a:schemeClr val="accent1"/>
                </a:solidFill>
                <a:latin typeface="Arial Black" panose="020B0A04020102020204" pitchFamily="34" charset="0"/>
              </a:rPr>
              <a:t>JavaScript</a:t>
            </a:r>
            <a:r>
              <a:rPr lang="en-US" dirty="0">
                <a:solidFill>
                  <a:schemeClr val="accent1"/>
                </a:solidFill>
                <a:latin typeface="Arial Black" panose="020B0A04020102020204" pitchFamily="34" charset="0"/>
              </a:rPr>
              <a:t> have 3 data types:</a:t>
            </a:r>
          </a:p>
          <a:p>
            <a:pPr algn="ctr"/>
            <a:endParaRPr lang="en-US" dirty="0">
              <a:solidFill>
                <a:schemeClr val="accent1"/>
              </a:solidFill>
              <a:latin typeface="Arial Black" panose="020B0A04020102020204" pitchFamily="34" charset="0"/>
            </a:endParaRPr>
          </a:p>
          <a:p>
            <a:pPr algn="ctr"/>
            <a:r>
              <a:rPr lang="en-US" dirty="0">
                <a:solidFill>
                  <a:schemeClr val="accent1"/>
                </a:solidFill>
                <a:latin typeface="Arial Black" panose="020B0A04020102020204" pitchFamily="34" charset="0"/>
              </a:rPr>
              <a:t>1.Numbers-Represents both integer and decimal (floating-point) numbers. For example 1.99</a:t>
            </a:r>
          </a:p>
          <a:p>
            <a:pPr algn="ctr"/>
            <a:endParaRPr lang="en-US" dirty="0">
              <a:solidFill>
                <a:schemeClr val="accent1"/>
              </a:solidFill>
              <a:latin typeface="Arial Black" panose="020B0A04020102020204" pitchFamily="34" charset="0"/>
            </a:endParaRPr>
          </a:p>
          <a:p>
            <a:pPr algn="ctr"/>
            <a:r>
              <a:rPr lang="en-US" dirty="0">
                <a:solidFill>
                  <a:schemeClr val="accent1"/>
                </a:solidFill>
                <a:latin typeface="Arial Black" panose="020B0A04020102020204" pitchFamily="34" charset="0"/>
              </a:rPr>
              <a:t>2. String-, Represents textual data enclosed in single quotes, double quotes. For example “My name is Fiza”</a:t>
            </a:r>
          </a:p>
          <a:p>
            <a:pPr algn="ctr"/>
            <a:endParaRPr lang="en-US" dirty="0">
              <a:solidFill>
                <a:schemeClr val="accent1"/>
              </a:solidFill>
              <a:latin typeface="Arial Black" panose="020B0A04020102020204" pitchFamily="34" charset="0"/>
            </a:endParaRPr>
          </a:p>
          <a:p>
            <a:pPr algn="ctr"/>
            <a:r>
              <a:rPr lang="en-US" dirty="0">
                <a:solidFill>
                  <a:schemeClr val="accent1"/>
                </a:solidFill>
                <a:latin typeface="Arial Black" panose="020B0A04020102020204" pitchFamily="34" charset="0"/>
              </a:rPr>
              <a:t>3.Boolean- represents two entity with two options </a:t>
            </a:r>
            <a:r>
              <a:rPr lang="en-US" dirty="0" err="1">
                <a:solidFill>
                  <a:schemeClr val="accent1"/>
                </a:solidFill>
                <a:latin typeface="Arial Black" panose="020B0A04020102020204" pitchFamily="34" charset="0"/>
              </a:rPr>
              <a:t>e.g</a:t>
            </a:r>
            <a:r>
              <a:rPr lang="en-US" dirty="0">
                <a:solidFill>
                  <a:schemeClr val="accent1"/>
                </a:solidFill>
                <a:latin typeface="Arial Black" panose="020B0A04020102020204" pitchFamily="34" charset="0"/>
              </a:rPr>
              <a:t> True or False.</a:t>
            </a:r>
          </a:p>
        </p:txBody>
      </p:sp>
    </p:spTree>
    <p:extLst>
      <p:ext uri="{BB962C8B-B14F-4D97-AF65-F5344CB8AC3E}">
        <p14:creationId xmlns:p14="http://schemas.microsoft.com/office/powerpoint/2010/main" val="4127510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403A9-CACC-2407-5424-4095749AD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625CE-9AA0-1311-4DCE-36D4C97F0238}"/>
              </a:ext>
            </a:extLst>
          </p:cNvPr>
          <p:cNvSpPr>
            <a:spLocks noGrp="1"/>
          </p:cNvSpPr>
          <p:nvPr>
            <p:ph type="title"/>
          </p:nvPr>
        </p:nvSpPr>
        <p:spPr bwMode="white"/>
        <p:txBody>
          <a:bodyPr/>
          <a:lstStyle/>
          <a:p>
            <a:r>
              <a:rPr lang="en-US" sz="4000" dirty="0">
                <a:latin typeface="Elephant" panose="02020904090505020303" pitchFamily="18" charset="0"/>
              </a:rPr>
              <a:t>Chapter 2:Variables for strings</a:t>
            </a:r>
          </a:p>
        </p:txBody>
      </p:sp>
    </p:spTree>
    <p:extLst>
      <p:ext uri="{BB962C8B-B14F-4D97-AF65-F5344CB8AC3E}">
        <p14:creationId xmlns:p14="http://schemas.microsoft.com/office/powerpoint/2010/main" val="871127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6498D-2480-4101-BEA1-C21902705539}"/>
              </a:ext>
            </a:extLst>
          </p:cNvPr>
          <p:cNvSpPr>
            <a:spLocks noGrp="1"/>
          </p:cNvSpPr>
          <p:nvPr>
            <p:ph type="title"/>
          </p:nvPr>
        </p:nvSpPr>
        <p:spPr/>
        <p:txBody>
          <a:bodyPr/>
          <a:lstStyle/>
          <a:p>
            <a:r>
              <a:rPr lang="en-US" dirty="0">
                <a:latin typeface="Elephant" panose="02020904090505020303" pitchFamily="18" charset="0"/>
              </a:rPr>
              <a:t>Var using string</a:t>
            </a:r>
          </a:p>
        </p:txBody>
      </p:sp>
      <p:sp>
        <p:nvSpPr>
          <p:cNvPr id="3" name="Content Placeholder 2">
            <a:extLst>
              <a:ext uri="{FF2B5EF4-FFF2-40B4-BE49-F238E27FC236}">
                <a16:creationId xmlns:a16="http://schemas.microsoft.com/office/drawing/2014/main" id="{21CF0C0B-47F1-464B-88EF-B1989663479C}"/>
              </a:ext>
            </a:extLst>
          </p:cNvPr>
          <p:cNvSpPr>
            <a:spLocks noGrp="1"/>
          </p:cNvSpPr>
          <p:nvPr>
            <p:ph sz="half" idx="1"/>
          </p:nvPr>
        </p:nvSpPr>
        <p:spPr/>
        <p:txBody>
          <a:bodyPr/>
          <a:lstStyle/>
          <a:p>
            <a:pPr marL="0" indent="0" algn="ctr">
              <a:buNone/>
            </a:pPr>
            <a:r>
              <a:rPr lang="en-US" dirty="0">
                <a:solidFill>
                  <a:srgbClr val="0070C0"/>
                </a:solidFill>
              </a:rPr>
              <a:t>var name = </a:t>
            </a:r>
            <a:r>
              <a:rPr lang="en-US" dirty="0"/>
              <a:t>“Jake”;</a:t>
            </a:r>
          </a:p>
          <a:p>
            <a:pPr marL="0" indent="0" algn="ctr">
              <a:buNone/>
            </a:pPr>
            <a:r>
              <a:rPr lang="en-US" dirty="0">
                <a:solidFill>
                  <a:srgbClr val="0070C0"/>
                </a:solidFill>
              </a:rPr>
              <a:t>Alert (name</a:t>
            </a:r>
            <a:r>
              <a:rPr lang="en-US" dirty="0">
                <a:solidFill>
                  <a:srgbClr val="00B0F0"/>
                </a:solidFill>
              </a:rPr>
              <a:t>)</a:t>
            </a:r>
          </a:p>
          <a:p>
            <a:pPr marL="0" indent="0" algn="ctr">
              <a:buNone/>
            </a:pPr>
            <a:r>
              <a:rPr lang="en-US" dirty="0"/>
              <a:t>Or</a:t>
            </a:r>
          </a:p>
          <a:p>
            <a:pPr marL="0" indent="0" algn="ctr">
              <a:buNone/>
            </a:pPr>
            <a:r>
              <a:rPr lang="en-US" dirty="0">
                <a:solidFill>
                  <a:srgbClr val="0070C0"/>
                </a:solidFill>
              </a:rPr>
              <a:t>Var name;</a:t>
            </a:r>
          </a:p>
          <a:p>
            <a:pPr marL="0" indent="0" algn="ctr">
              <a:buNone/>
            </a:pPr>
            <a:r>
              <a:rPr lang="en-US" dirty="0">
                <a:solidFill>
                  <a:srgbClr val="0070C0"/>
                </a:solidFill>
              </a:rPr>
              <a:t>Name = </a:t>
            </a:r>
            <a:r>
              <a:rPr lang="en-US" dirty="0"/>
              <a:t>“Jake”;</a:t>
            </a:r>
          </a:p>
          <a:p>
            <a:pPr marL="0" indent="0" algn="ctr">
              <a:buNone/>
            </a:pPr>
            <a:r>
              <a:rPr lang="en-US" dirty="0">
                <a:solidFill>
                  <a:srgbClr val="0070C0"/>
                </a:solidFill>
              </a:rPr>
              <a:t>Alert (name)</a:t>
            </a:r>
          </a:p>
          <a:p>
            <a:pPr marL="0" indent="0" algn="ctr">
              <a:buNone/>
            </a:pPr>
            <a:endParaRPr lang="en-US" dirty="0"/>
          </a:p>
          <a:p>
            <a:pPr marL="0" indent="0" algn="ctr">
              <a:buNone/>
            </a:pPr>
            <a:endParaRPr lang="en-US" dirty="0">
              <a:solidFill>
                <a:srgbClr val="0070C0"/>
              </a:solidFill>
            </a:endParaRPr>
          </a:p>
        </p:txBody>
      </p:sp>
      <p:sp>
        <p:nvSpPr>
          <p:cNvPr id="4" name="Content Placeholder 3">
            <a:extLst>
              <a:ext uri="{FF2B5EF4-FFF2-40B4-BE49-F238E27FC236}">
                <a16:creationId xmlns:a16="http://schemas.microsoft.com/office/drawing/2014/main" id="{9353A980-ADD3-49DF-ACFE-8E50E3F2ABCF}"/>
              </a:ext>
            </a:extLst>
          </p:cNvPr>
          <p:cNvSpPr>
            <a:spLocks noGrp="1"/>
          </p:cNvSpPr>
          <p:nvPr>
            <p:ph sz="half" idx="13"/>
          </p:nvPr>
        </p:nvSpPr>
        <p:spPr>
          <a:xfrm>
            <a:off x="6515772" y="383196"/>
            <a:ext cx="5186363" cy="5485737"/>
          </a:xfrm>
        </p:spPr>
        <p:txBody>
          <a:bodyPr>
            <a:normAutofit/>
          </a:bodyPr>
          <a:lstStyle/>
          <a:p>
            <a:pPr marL="0" indent="0">
              <a:buNone/>
            </a:pPr>
            <a:r>
              <a:rPr lang="en-US" sz="1800" dirty="0">
                <a:latin typeface="Georgia" panose="02040502050405020303" pitchFamily="18" charset="0"/>
              </a:rPr>
              <a:t>Variables are named containers used to store data values that program can manipulate.</a:t>
            </a:r>
          </a:p>
          <a:p>
            <a:pPr marL="0" indent="0">
              <a:buNone/>
            </a:pPr>
            <a:endParaRPr lang="en-US" sz="1800" dirty="0">
              <a:latin typeface="Georgia" panose="02040502050405020303" pitchFamily="18" charset="0"/>
            </a:endParaRPr>
          </a:p>
          <a:p>
            <a:pPr marL="0" indent="0">
              <a:buNone/>
            </a:pPr>
            <a:r>
              <a:rPr lang="en-US" sz="1800" dirty="0">
                <a:latin typeface="Georgia" panose="02040502050405020303" pitchFamily="18" charset="0"/>
              </a:rPr>
              <a:t>The keyword </a:t>
            </a:r>
            <a:r>
              <a:rPr lang="en-US" sz="1800" dirty="0">
                <a:solidFill>
                  <a:srgbClr val="C00000"/>
                </a:solidFill>
                <a:latin typeface="Georgia" panose="02040502050405020303" pitchFamily="18" charset="0"/>
              </a:rPr>
              <a:t>var </a:t>
            </a:r>
            <a:r>
              <a:rPr lang="en-US" sz="1800" dirty="0">
                <a:latin typeface="Georgia" panose="02040502050405020303" pitchFamily="18" charset="0"/>
              </a:rPr>
              <a:t>is used to assign a value to the variable </a:t>
            </a:r>
            <a:r>
              <a:rPr lang="en-US" sz="1800" dirty="0">
                <a:solidFill>
                  <a:schemeClr val="accent1"/>
                </a:solidFill>
                <a:latin typeface="Georgia" panose="02040502050405020303" pitchFamily="18" charset="0"/>
              </a:rPr>
              <a:t>name</a:t>
            </a:r>
            <a:r>
              <a:rPr lang="en-US" sz="1800" dirty="0">
                <a:latin typeface="Georgia" panose="02040502050405020303" pitchFamily="18" charset="0"/>
              </a:rPr>
              <a:t> and declaring it.</a:t>
            </a:r>
          </a:p>
          <a:p>
            <a:pPr marL="0" indent="0">
              <a:buNone/>
            </a:pPr>
            <a:endParaRPr lang="en-US" sz="1800" dirty="0">
              <a:latin typeface="Georgia" panose="02040502050405020303" pitchFamily="18" charset="0"/>
            </a:endParaRPr>
          </a:p>
          <a:p>
            <a:pPr marL="0" indent="0">
              <a:buNone/>
            </a:pPr>
            <a:r>
              <a:rPr lang="en-US" sz="1800" dirty="0">
                <a:latin typeface="Georgia" panose="02040502050405020303" pitchFamily="18" charset="0"/>
              </a:rPr>
              <a:t>In the following example, Jake is stored in the variable </a:t>
            </a:r>
            <a:r>
              <a:rPr lang="en-US" sz="1800" dirty="0">
                <a:solidFill>
                  <a:srgbClr val="0070C0"/>
                </a:solidFill>
                <a:latin typeface="Georgia" panose="02040502050405020303" pitchFamily="18" charset="0"/>
              </a:rPr>
              <a:t>name </a:t>
            </a:r>
            <a:r>
              <a:rPr lang="en-US" sz="1800" dirty="0">
                <a:latin typeface="Georgia" panose="02040502050405020303" pitchFamily="18" charset="0"/>
              </a:rPr>
              <a:t>using</a:t>
            </a:r>
            <a:r>
              <a:rPr lang="en-US" sz="1800" dirty="0">
                <a:solidFill>
                  <a:srgbClr val="0070C0"/>
                </a:solidFill>
                <a:latin typeface="Georgia" panose="02040502050405020303" pitchFamily="18" charset="0"/>
              </a:rPr>
              <a:t> var.</a:t>
            </a:r>
          </a:p>
          <a:p>
            <a:pPr marL="0" indent="0">
              <a:buNone/>
            </a:pPr>
            <a:endParaRPr lang="en-US" sz="1800" dirty="0">
              <a:solidFill>
                <a:srgbClr val="0070C0"/>
              </a:solidFill>
              <a:latin typeface="Georgia" panose="02040502050405020303" pitchFamily="18" charset="0"/>
            </a:endParaRPr>
          </a:p>
          <a:p>
            <a:pPr marL="0" indent="0">
              <a:buNone/>
            </a:pPr>
            <a:r>
              <a:rPr lang="en-US" sz="1800" dirty="0">
                <a:latin typeface="Georgia" panose="02040502050405020303" pitchFamily="18" charset="0"/>
              </a:rPr>
              <a:t>You can also first declare the variable and then assign it the value without declaring again.</a:t>
            </a:r>
          </a:p>
          <a:p>
            <a:pPr marL="0" indent="0">
              <a:buNone/>
            </a:pPr>
            <a:endParaRPr lang="en-US" sz="1800" dirty="0">
              <a:latin typeface="Georgia" panose="02040502050405020303" pitchFamily="18" charset="0"/>
            </a:endParaRPr>
          </a:p>
          <a:p>
            <a:pPr marL="0" indent="0">
              <a:buNone/>
            </a:pPr>
            <a:r>
              <a:rPr lang="en-US" sz="1800" dirty="0">
                <a:latin typeface="Georgia" panose="02040502050405020303" pitchFamily="18" charset="0"/>
              </a:rPr>
              <a:t> In the other example, var is used to declare a variable in a single statement and the assigning the value to the variable in the next line.</a:t>
            </a:r>
          </a:p>
        </p:txBody>
      </p:sp>
      <p:sp>
        <p:nvSpPr>
          <p:cNvPr id="6" name="Star: 5 Points 5">
            <a:extLst>
              <a:ext uri="{FF2B5EF4-FFF2-40B4-BE49-F238E27FC236}">
                <a16:creationId xmlns:a16="http://schemas.microsoft.com/office/drawing/2014/main" id="{6D877A79-6AE6-4645-9FA9-EE2B7A25D93A}"/>
              </a:ext>
            </a:extLst>
          </p:cNvPr>
          <p:cNvSpPr/>
          <p:nvPr/>
        </p:nvSpPr>
        <p:spPr>
          <a:xfrm>
            <a:off x="6394846" y="504498"/>
            <a:ext cx="112373" cy="1103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DBF2CCF2-C8DF-06D9-1D3F-1B7280BB48E1}"/>
              </a:ext>
            </a:extLst>
          </p:cNvPr>
          <p:cNvSpPr/>
          <p:nvPr/>
        </p:nvSpPr>
        <p:spPr>
          <a:xfrm>
            <a:off x="6376481" y="1566484"/>
            <a:ext cx="112373" cy="1103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5 Points 9">
            <a:extLst>
              <a:ext uri="{FF2B5EF4-FFF2-40B4-BE49-F238E27FC236}">
                <a16:creationId xmlns:a16="http://schemas.microsoft.com/office/drawing/2014/main" id="{0CF58087-1441-BB8F-1C77-6622425DBE3D}"/>
              </a:ext>
            </a:extLst>
          </p:cNvPr>
          <p:cNvSpPr/>
          <p:nvPr/>
        </p:nvSpPr>
        <p:spPr>
          <a:xfrm>
            <a:off x="6375306" y="3737087"/>
            <a:ext cx="112373" cy="1103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tar: 5 Points 10">
            <a:extLst>
              <a:ext uri="{FF2B5EF4-FFF2-40B4-BE49-F238E27FC236}">
                <a16:creationId xmlns:a16="http://schemas.microsoft.com/office/drawing/2014/main" id="{5C58168B-CDAF-1BB5-4FA2-8C3E426D03FA}"/>
              </a:ext>
            </a:extLst>
          </p:cNvPr>
          <p:cNvSpPr/>
          <p:nvPr/>
        </p:nvSpPr>
        <p:spPr>
          <a:xfrm>
            <a:off x="6375306" y="2675102"/>
            <a:ext cx="112373" cy="1103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tar: 5 Points 11">
            <a:extLst>
              <a:ext uri="{FF2B5EF4-FFF2-40B4-BE49-F238E27FC236}">
                <a16:creationId xmlns:a16="http://schemas.microsoft.com/office/drawing/2014/main" id="{06AF5C7B-CA41-9CAF-6A4A-07533ECCBFDF}"/>
              </a:ext>
            </a:extLst>
          </p:cNvPr>
          <p:cNvSpPr/>
          <p:nvPr/>
        </p:nvSpPr>
        <p:spPr>
          <a:xfrm>
            <a:off x="6431492" y="4840014"/>
            <a:ext cx="112373" cy="1103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B04B8C8E-6D41-46B7-4FCA-1744C5C7B1A5}"/>
              </a:ext>
            </a:extLst>
          </p:cNvPr>
          <p:cNvSpPr/>
          <p:nvPr/>
        </p:nvSpPr>
        <p:spPr>
          <a:xfrm>
            <a:off x="4592922" y="5227986"/>
            <a:ext cx="1908803" cy="10247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Georgia" panose="02040502050405020303" pitchFamily="18" charset="0"/>
              </a:rPr>
              <a:t>Remember to use inverted commas “ ” to write a string</a:t>
            </a:r>
          </a:p>
        </p:txBody>
      </p:sp>
    </p:spTree>
    <p:extLst>
      <p:ext uri="{BB962C8B-B14F-4D97-AF65-F5344CB8AC3E}">
        <p14:creationId xmlns:p14="http://schemas.microsoft.com/office/powerpoint/2010/main" val="389558396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78792-51AA-F292-67BF-DCB058A36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CFA9E-F924-58E9-D97D-D625D94C3A3E}"/>
              </a:ext>
            </a:extLst>
          </p:cNvPr>
          <p:cNvSpPr>
            <a:spLocks noGrp="1"/>
          </p:cNvSpPr>
          <p:nvPr>
            <p:ph type="title"/>
          </p:nvPr>
        </p:nvSpPr>
        <p:spPr bwMode="white"/>
        <p:txBody>
          <a:bodyPr/>
          <a:lstStyle/>
          <a:p>
            <a:r>
              <a:rPr lang="en-US" sz="4000" dirty="0">
                <a:latin typeface="Elephant" panose="02020904090505020303" pitchFamily="18" charset="0"/>
              </a:rPr>
              <a:t>Chapter 3:Variables for Numbers</a:t>
            </a:r>
          </a:p>
        </p:txBody>
      </p:sp>
    </p:spTree>
    <p:extLst>
      <p:ext uri="{BB962C8B-B14F-4D97-AF65-F5344CB8AC3E}">
        <p14:creationId xmlns:p14="http://schemas.microsoft.com/office/powerpoint/2010/main" val="2308550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3FF28-EDA9-498B-BF3A-243D718DD7DF}"/>
              </a:ext>
            </a:extLst>
          </p:cNvPr>
          <p:cNvSpPr>
            <a:spLocks noGrp="1"/>
          </p:cNvSpPr>
          <p:nvPr>
            <p:ph type="title"/>
          </p:nvPr>
        </p:nvSpPr>
        <p:spPr/>
        <p:txBody>
          <a:bodyPr/>
          <a:lstStyle/>
          <a:p>
            <a:r>
              <a:rPr lang="en-US" dirty="0">
                <a:latin typeface="Elephant" panose="02020904090505020303" pitchFamily="18" charset="0"/>
              </a:rPr>
              <a:t>Var using Numbers</a:t>
            </a:r>
          </a:p>
        </p:txBody>
      </p:sp>
      <p:sp>
        <p:nvSpPr>
          <p:cNvPr id="3" name="Content Placeholder 2">
            <a:extLst>
              <a:ext uri="{FF2B5EF4-FFF2-40B4-BE49-F238E27FC236}">
                <a16:creationId xmlns:a16="http://schemas.microsoft.com/office/drawing/2014/main" id="{6A720854-4AFC-4B68-944A-8A368C9A8619}"/>
              </a:ext>
            </a:extLst>
          </p:cNvPr>
          <p:cNvSpPr>
            <a:spLocks noGrp="1"/>
          </p:cNvSpPr>
          <p:nvPr>
            <p:ph sz="half" idx="1"/>
          </p:nvPr>
        </p:nvSpPr>
        <p:spPr>
          <a:xfrm>
            <a:off x="451514" y="451513"/>
            <a:ext cx="5644486" cy="6028115"/>
          </a:xfrm>
        </p:spPr>
        <p:txBody>
          <a:bodyPr>
            <a:normAutofit lnSpcReduction="10000"/>
          </a:bodyPr>
          <a:lstStyle/>
          <a:p>
            <a:pPr marL="0" indent="0">
              <a:buNone/>
            </a:pPr>
            <a:r>
              <a:rPr lang="en-US" sz="2000" dirty="0">
                <a:latin typeface="Georgia" panose="02040502050405020303" pitchFamily="18" charset="0"/>
              </a:rPr>
              <a:t>Var can also be used to assign number to a variable.</a:t>
            </a:r>
          </a:p>
          <a:p>
            <a:pPr marL="0" indent="0">
              <a:buNone/>
            </a:pPr>
            <a:r>
              <a:rPr lang="en-US" sz="2000" dirty="0">
                <a:solidFill>
                  <a:srgbClr val="FF0000"/>
                </a:solidFill>
                <a:latin typeface="Georgia" panose="02040502050405020303" pitchFamily="18" charset="0"/>
              </a:rPr>
              <a:t>Var weight = </a:t>
            </a:r>
            <a:r>
              <a:rPr lang="en-US" sz="2000" dirty="0">
                <a:latin typeface="Georgia" panose="02040502050405020303" pitchFamily="18" charset="0"/>
              </a:rPr>
              <a:t>25;</a:t>
            </a:r>
          </a:p>
          <a:p>
            <a:pPr marL="0" indent="0">
              <a:buNone/>
            </a:pPr>
            <a:r>
              <a:rPr lang="en-US" sz="2000" dirty="0">
                <a:latin typeface="Georgia" panose="02040502050405020303" pitchFamily="18" charset="0"/>
              </a:rPr>
              <a:t>JavaScript can also handle any expression made up of nothing but variables.</a:t>
            </a:r>
          </a:p>
          <a:p>
            <a:pPr marL="0" indent="0">
              <a:buNone/>
            </a:pPr>
            <a:r>
              <a:rPr lang="en-US" sz="2000" dirty="0">
                <a:latin typeface="Georgia" panose="02040502050405020303" pitchFamily="18" charset="0"/>
              </a:rPr>
              <a:t>In the example, different variables are assigned values and then they are summed in another variable.</a:t>
            </a:r>
          </a:p>
          <a:p>
            <a:pPr marL="0" indent="0">
              <a:buNone/>
            </a:pPr>
            <a:r>
              <a:rPr lang="en-US" sz="2000" dirty="0">
                <a:latin typeface="Georgia" panose="02040502050405020303" pitchFamily="18" charset="0"/>
              </a:rPr>
              <a:t>JavaScript can’t sum a string and a number. It interprets the string as words not a number.</a:t>
            </a:r>
          </a:p>
          <a:p>
            <a:pPr marL="0" indent="0" algn="ctr">
              <a:buNone/>
            </a:pPr>
            <a:r>
              <a:rPr lang="en-US" sz="2000" dirty="0">
                <a:solidFill>
                  <a:srgbClr val="0070C0"/>
                </a:solidFill>
              </a:rPr>
              <a:t>Var num1 </a:t>
            </a:r>
            <a:r>
              <a:rPr lang="en-US" sz="2000" dirty="0"/>
              <a:t>= 3;</a:t>
            </a:r>
          </a:p>
          <a:p>
            <a:pPr marL="0" indent="0" algn="ctr">
              <a:buNone/>
            </a:pPr>
            <a:r>
              <a:rPr lang="en-US" sz="2000" dirty="0">
                <a:solidFill>
                  <a:srgbClr val="0070C0"/>
                </a:solidFill>
              </a:rPr>
              <a:t>Var num2 </a:t>
            </a:r>
            <a:r>
              <a:rPr lang="en-US" sz="2000" dirty="0"/>
              <a:t>= “10”;</a:t>
            </a:r>
          </a:p>
          <a:p>
            <a:pPr marL="0" indent="0" algn="ctr">
              <a:buNone/>
            </a:pPr>
            <a:r>
              <a:rPr lang="en-US" sz="2000" dirty="0">
                <a:solidFill>
                  <a:srgbClr val="0070C0"/>
                </a:solidFill>
              </a:rPr>
              <a:t>Var num3 </a:t>
            </a:r>
            <a:r>
              <a:rPr lang="en-US" sz="2000" dirty="0"/>
              <a:t>= </a:t>
            </a:r>
            <a:r>
              <a:rPr lang="en-US" sz="2000" dirty="0">
                <a:solidFill>
                  <a:srgbClr val="0070C0"/>
                </a:solidFill>
              </a:rPr>
              <a:t>num1 </a:t>
            </a:r>
            <a:r>
              <a:rPr lang="en-US" sz="2000" dirty="0"/>
              <a:t>+ </a:t>
            </a:r>
            <a:r>
              <a:rPr lang="en-US" sz="2000" dirty="0">
                <a:solidFill>
                  <a:srgbClr val="0070C0"/>
                </a:solidFill>
              </a:rPr>
              <a:t>num2</a:t>
            </a:r>
            <a:r>
              <a:rPr lang="en-US" sz="2000" dirty="0"/>
              <a:t>;</a:t>
            </a:r>
          </a:p>
          <a:p>
            <a:pPr marL="0" indent="0">
              <a:buNone/>
            </a:pPr>
            <a:r>
              <a:rPr lang="en-US" sz="2000" dirty="0">
                <a:latin typeface="Georgia" panose="02040502050405020303" pitchFamily="18" charset="0"/>
              </a:rPr>
              <a:t>In the example above, the num2 has value in string, so when it is summed, instead of 13, it sums 310</a:t>
            </a:r>
          </a:p>
          <a:p>
            <a:pPr marL="0" indent="0">
              <a:buNone/>
            </a:pPr>
            <a:endParaRPr lang="en-US" sz="2000" dirty="0">
              <a:latin typeface="Georgia" panose="02040502050405020303" pitchFamily="18" charset="0"/>
            </a:endParaRPr>
          </a:p>
          <a:p>
            <a:pPr marL="0" indent="0">
              <a:buNone/>
            </a:pPr>
            <a:endParaRPr lang="en-US" sz="2000" dirty="0">
              <a:latin typeface="Georgia" panose="02040502050405020303" pitchFamily="18" charset="0"/>
            </a:endParaRPr>
          </a:p>
        </p:txBody>
      </p:sp>
      <p:sp>
        <p:nvSpPr>
          <p:cNvPr id="4" name="Content Placeholder 3">
            <a:extLst>
              <a:ext uri="{FF2B5EF4-FFF2-40B4-BE49-F238E27FC236}">
                <a16:creationId xmlns:a16="http://schemas.microsoft.com/office/drawing/2014/main" id="{60322649-994F-4A10-ADE4-7A676293A71C}"/>
              </a:ext>
            </a:extLst>
          </p:cNvPr>
          <p:cNvSpPr>
            <a:spLocks noGrp="1"/>
          </p:cNvSpPr>
          <p:nvPr>
            <p:ph sz="half" idx="2"/>
          </p:nvPr>
        </p:nvSpPr>
        <p:spPr/>
        <p:txBody>
          <a:bodyPr>
            <a:normAutofit lnSpcReduction="10000"/>
          </a:bodyPr>
          <a:lstStyle/>
          <a:p>
            <a:pPr marL="0" indent="0" algn="ctr">
              <a:buNone/>
            </a:pPr>
            <a:r>
              <a:rPr lang="en-US" dirty="0">
                <a:solidFill>
                  <a:srgbClr val="0070C0"/>
                </a:solidFill>
              </a:rPr>
              <a:t>Var num1 </a:t>
            </a:r>
            <a:r>
              <a:rPr lang="en-US" dirty="0"/>
              <a:t>= 3;</a:t>
            </a:r>
          </a:p>
          <a:p>
            <a:pPr marL="0" indent="0" algn="ctr">
              <a:buNone/>
            </a:pPr>
            <a:r>
              <a:rPr lang="en-US" dirty="0">
                <a:solidFill>
                  <a:srgbClr val="0070C0"/>
                </a:solidFill>
              </a:rPr>
              <a:t>Var num2 </a:t>
            </a:r>
            <a:r>
              <a:rPr lang="en-US" dirty="0"/>
              <a:t>= 10;</a:t>
            </a:r>
          </a:p>
          <a:p>
            <a:pPr marL="0" indent="0" algn="ctr">
              <a:buNone/>
            </a:pPr>
            <a:r>
              <a:rPr lang="en-US" dirty="0">
                <a:solidFill>
                  <a:srgbClr val="0070C0"/>
                </a:solidFill>
              </a:rPr>
              <a:t>Var num3 </a:t>
            </a:r>
            <a:r>
              <a:rPr lang="en-US" dirty="0"/>
              <a:t>= </a:t>
            </a:r>
            <a:r>
              <a:rPr lang="en-US" dirty="0">
                <a:solidFill>
                  <a:srgbClr val="0070C0"/>
                </a:solidFill>
              </a:rPr>
              <a:t>num1 </a:t>
            </a:r>
            <a:r>
              <a:rPr lang="en-US" dirty="0"/>
              <a:t>+ </a:t>
            </a:r>
            <a:r>
              <a:rPr lang="en-US" dirty="0">
                <a:solidFill>
                  <a:srgbClr val="0070C0"/>
                </a:solidFill>
              </a:rPr>
              <a:t>num2</a:t>
            </a:r>
            <a:r>
              <a:rPr lang="en-US" dirty="0"/>
              <a:t>;</a:t>
            </a:r>
          </a:p>
        </p:txBody>
      </p:sp>
      <p:sp>
        <p:nvSpPr>
          <p:cNvPr id="6" name="Star: 5 Points 5">
            <a:extLst>
              <a:ext uri="{FF2B5EF4-FFF2-40B4-BE49-F238E27FC236}">
                <a16:creationId xmlns:a16="http://schemas.microsoft.com/office/drawing/2014/main" id="{A0258650-7A0C-0E10-5E99-0A3F23381D20}"/>
              </a:ext>
            </a:extLst>
          </p:cNvPr>
          <p:cNvSpPr/>
          <p:nvPr/>
        </p:nvSpPr>
        <p:spPr>
          <a:xfrm>
            <a:off x="331076" y="567559"/>
            <a:ext cx="114211" cy="11035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tar: 5 Points 7">
            <a:extLst>
              <a:ext uri="{FF2B5EF4-FFF2-40B4-BE49-F238E27FC236}">
                <a16:creationId xmlns:a16="http://schemas.microsoft.com/office/drawing/2014/main" id="{5789B061-FB86-D3B6-FAF8-39D4F8F17516}"/>
              </a:ext>
            </a:extLst>
          </p:cNvPr>
          <p:cNvSpPr/>
          <p:nvPr/>
        </p:nvSpPr>
        <p:spPr>
          <a:xfrm>
            <a:off x="334929" y="1667611"/>
            <a:ext cx="114211" cy="11035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1F1B6224-188E-EB60-2F40-D96CF3F5F1D8}"/>
              </a:ext>
            </a:extLst>
          </p:cNvPr>
          <p:cNvSpPr/>
          <p:nvPr/>
        </p:nvSpPr>
        <p:spPr>
          <a:xfrm>
            <a:off x="331076" y="2343807"/>
            <a:ext cx="114211" cy="11035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5 Points 9">
            <a:extLst>
              <a:ext uri="{FF2B5EF4-FFF2-40B4-BE49-F238E27FC236}">
                <a16:creationId xmlns:a16="http://schemas.microsoft.com/office/drawing/2014/main" id="{DD548BAB-9351-A2AA-3474-F54BDA48788F}"/>
              </a:ext>
            </a:extLst>
          </p:cNvPr>
          <p:cNvSpPr/>
          <p:nvPr/>
        </p:nvSpPr>
        <p:spPr>
          <a:xfrm flipH="1">
            <a:off x="347428" y="3318641"/>
            <a:ext cx="143010" cy="11035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tar: 5 Points 10">
            <a:extLst>
              <a:ext uri="{FF2B5EF4-FFF2-40B4-BE49-F238E27FC236}">
                <a16:creationId xmlns:a16="http://schemas.microsoft.com/office/drawing/2014/main" id="{F5936685-F14B-9DC0-C973-35A9F434FB8E}"/>
              </a:ext>
            </a:extLst>
          </p:cNvPr>
          <p:cNvSpPr/>
          <p:nvPr/>
        </p:nvSpPr>
        <p:spPr>
          <a:xfrm>
            <a:off x="337242" y="5182937"/>
            <a:ext cx="114211" cy="11035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8DD2933F-D425-B7A1-C979-E91EF77D5963}"/>
              </a:ext>
            </a:extLst>
          </p:cNvPr>
          <p:cNvSpPr/>
          <p:nvPr/>
        </p:nvSpPr>
        <p:spPr>
          <a:xfrm>
            <a:off x="173421" y="1182436"/>
            <a:ext cx="317017" cy="23385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18AAF1CF-AFDF-6A34-29BA-DDE11E40796B}"/>
              </a:ext>
            </a:extLst>
          </p:cNvPr>
          <p:cNvSpPr/>
          <p:nvPr/>
        </p:nvSpPr>
        <p:spPr>
          <a:xfrm>
            <a:off x="1686911" y="3905476"/>
            <a:ext cx="378372" cy="2307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891922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AB74D-3A13-3F3B-6EC0-E92F34AFA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14859-2189-E98D-2861-802FE26C4D4D}"/>
              </a:ext>
            </a:extLst>
          </p:cNvPr>
          <p:cNvSpPr>
            <a:spLocks noGrp="1"/>
          </p:cNvSpPr>
          <p:nvPr>
            <p:ph type="title"/>
          </p:nvPr>
        </p:nvSpPr>
        <p:spPr bwMode="white"/>
        <p:txBody>
          <a:bodyPr/>
          <a:lstStyle/>
          <a:p>
            <a:r>
              <a:rPr lang="en-US" sz="4000" dirty="0">
                <a:latin typeface="Elephant" panose="02020904090505020303" pitchFamily="18" charset="0"/>
              </a:rPr>
              <a:t>Chapter 4:Legal &amp; Illegal Variables</a:t>
            </a:r>
          </a:p>
        </p:txBody>
      </p:sp>
    </p:spTree>
    <p:extLst>
      <p:ext uri="{BB962C8B-B14F-4D97-AF65-F5344CB8AC3E}">
        <p14:creationId xmlns:p14="http://schemas.microsoft.com/office/powerpoint/2010/main" val="1581568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Alternate Process 4">
            <a:extLst>
              <a:ext uri="{FF2B5EF4-FFF2-40B4-BE49-F238E27FC236}">
                <a16:creationId xmlns:a16="http://schemas.microsoft.com/office/drawing/2014/main" id="{E107F8F6-F3CF-3674-BE9F-A692C3F4A743}"/>
              </a:ext>
            </a:extLst>
          </p:cNvPr>
          <p:cNvSpPr/>
          <p:nvPr/>
        </p:nvSpPr>
        <p:spPr>
          <a:xfrm>
            <a:off x="730140" y="2443654"/>
            <a:ext cx="4556235" cy="4272455"/>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US" dirty="0">
                <a:latin typeface="Franklin Gothic Demi Cond" panose="020B0706030402020204" pitchFamily="34" charset="0"/>
              </a:rPr>
              <a:t>Use meaningful names to the variables </a:t>
            </a:r>
            <a:r>
              <a:rPr lang="en-US" dirty="0" err="1">
                <a:latin typeface="Franklin Gothic Demi Cond" panose="020B0706030402020204" pitchFamily="34" charset="0"/>
              </a:rPr>
              <a:t>e.g</a:t>
            </a:r>
            <a:r>
              <a:rPr lang="en-US" dirty="0">
                <a:latin typeface="Franklin Gothic Demi Cond" panose="020B0706030402020204" pitchFamily="34" charset="0"/>
              </a:rPr>
              <a:t> name = “Jake”;</a:t>
            </a:r>
          </a:p>
          <a:p>
            <a:pPr marL="285750" indent="-285750" algn="ctr">
              <a:buFont typeface="Arial" panose="020B0604020202020204" pitchFamily="34" charset="0"/>
              <a:buChar char="•"/>
            </a:pP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Use camel case </a:t>
            </a:r>
            <a:r>
              <a:rPr lang="en-US" dirty="0" err="1">
                <a:latin typeface="Franklin Gothic Demi Cond" panose="020B0706030402020204" pitchFamily="34" charset="0"/>
              </a:rPr>
              <a:t>e.g</a:t>
            </a:r>
            <a:r>
              <a:rPr lang="en-US" dirty="0">
                <a:latin typeface="Franklin Gothic Demi Cond" panose="020B0706030402020204" pitchFamily="34" charset="0"/>
              </a:rPr>
              <a:t>  </a:t>
            </a:r>
            <a:r>
              <a:rPr lang="en-US" dirty="0" err="1">
                <a:latin typeface="Franklin Gothic Demi Cond" panose="020B0706030402020204" pitchFamily="34" charset="0"/>
              </a:rPr>
              <a:t>myName</a:t>
            </a:r>
            <a:r>
              <a:rPr lang="en-US" dirty="0">
                <a:latin typeface="Franklin Gothic Demi Cond" panose="020B0706030402020204" pitchFamily="34" charset="0"/>
              </a:rPr>
              <a:t> = “Jake”;</a:t>
            </a:r>
          </a:p>
          <a:p>
            <a:pPr marL="285750" indent="-285750" algn="ctr">
              <a:buFont typeface="Arial" panose="020B0604020202020204" pitchFamily="34" charset="0"/>
              <a:buChar char="•"/>
            </a:pP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Use Snake case </a:t>
            </a:r>
            <a:r>
              <a:rPr lang="en-US" dirty="0" err="1">
                <a:latin typeface="Franklin Gothic Demi Cond" panose="020B0706030402020204" pitchFamily="34" charset="0"/>
              </a:rPr>
              <a:t>e.g</a:t>
            </a:r>
            <a:r>
              <a:rPr lang="en-US" dirty="0">
                <a:latin typeface="Franklin Gothic Demi Cond" panose="020B0706030402020204" pitchFamily="34" charset="0"/>
              </a:rPr>
              <a:t> </a:t>
            </a:r>
            <a:r>
              <a:rPr lang="en-US" dirty="0" err="1">
                <a:latin typeface="Franklin Gothic Demi Cond" panose="020B0706030402020204" pitchFamily="34" charset="0"/>
              </a:rPr>
              <a:t>my_name</a:t>
            </a:r>
            <a:r>
              <a:rPr lang="en-US" dirty="0">
                <a:latin typeface="Franklin Gothic Demi Cond" panose="020B0706030402020204" pitchFamily="34" charset="0"/>
              </a:rPr>
              <a:t> = “Jake”;</a:t>
            </a:r>
          </a:p>
          <a:p>
            <a:pPr marL="285750" indent="-285750" algn="ctr">
              <a:buFont typeface="Arial" panose="020B0604020202020204" pitchFamily="34" charset="0"/>
              <a:buChar char="•"/>
            </a:pP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Use numbers after letters </a:t>
            </a:r>
            <a:r>
              <a:rPr lang="en-US" dirty="0" err="1">
                <a:latin typeface="Franklin Gothic Demi Cond" panose="020B0706030402020204" pitchFamily="34" charset="0"/>
              </a:rPr>
              <a:t>e.g</a:t>
            </a:r>
            <a:r>
              <a:rPr lang="en-US" dirty="0">
                <a:latin typeface="Franklin Gothic Demi Cond" panose="020B0706030402020204" pitchFamily="34" charset="0"/>
              </a:rPr>
              <a:t> num1;</a:t>
            </a:r>
          </a:p>
          <a:p>
            <a:pPr marL="285750" indent="-285750" algn="ctr">
              <a:buFont typeface="Arial" panose="020B0604020202020204" pitchFamily="34" charset="0"/>
              <a:buChar char="•"/>
            </a:pP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You can only use </a:t>
            </a:r>
            <a:r>
              <a:rPr lang="en-US" dirty="0" err="1">
                <a:latin typeface="Franklin Gothic Demi Cond" panose="020B0706030402020204" pitchFamily="34" charset="0"/>
              </a:rPr>
              <a:t>letters,numbers</a:t>
            </a:r>
            <a:r>
              <a:rPr lang="en-US" dirty="0">
                <a:latin typeface="Franklin Gothic Demi Cond" panose="020B0706030402020204" pitchFamily="34" charset="0"/>
              </a:rPr>
              <a:t>,$, or _.</a:t>
            </a:r>
          </a:p>
          <a:p>
            <a:pPr algn="ct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JS is case sensitive, Name and name will be different for it.</a:t>
            </a:r>
          </a:p>
        </p:txBody>
      </p:sp>
      <p:sp>
        <p:nvSpPr>
          <p:cNvPr id="6" name="Flowchart: Alternate Process 5">
            <a:extLst>
              <a:ext uri="{FF2B5EF4-FFF2-40B4-BE49-F238E27FC236}">
                <a16:creationId xmlns:a16="http://schemas.microsoft.com/office/drawing/2014/main" id="{9277C08E-ACE6-3E0F-6113-4C73328F9DFC}"/>
              </a:ext>
            </a:extLst>
          </p:cNvPr>
          <p:cNvSpPr/>
          <p:nvPr/>
        </p:nvSpPr>
        <p:spPr>
          <a:xfrm>
            <a:off x="6379779" y="2443655"/>
            <a:ext cx="4556235" cy="4272454"/>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US" dirty="0">
                <a:latin typeface="Franklin Gothic Demi Cond" panose="020B0706030402020204" pitchFamily="34" charset="0"/>
              </a:rPr>
              <a:t>Don’t use numbers before the words </a:t>
            </a:r>
            <a:r>
              <a:rPr lang="en-US" dirty="0" err="1">
                <a:latin typeface="Franklin Gothic Demi Cond" panose="020B0706030402020204" pitchFamily="34" charset="0"/>
              </a:rPr>
              <a:t>e.g</a:t>
            </a:r>
            <a:endParaRPr lang="en-US" dirty="0">
              <a:latin typeface="Franklin Gothic Demi Cond" panose="020B0706030402020204" pitchFamily="34" charset="0"/>
            </a:endParaRPr>
          </a:p>
          <a:p>
            <a:pPr algn="ctr"/>
            <a:r>
              <a:rPr lang="en-US" dirty="0">
                <a:latin typeface="Franklin Gothic Demi Cond" panose="020B0706030402020204" pitchFamily="34" charset="0"/>
              </a:rPr>
              <a:t> 1num.</a:t>
            </a:r>
          </a:p>
          <a:p>
            <a:pPr algn="ct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Don’t use space between </a:t>
            </a:r>
            <a:r>
              <a:rPr lang="en-US" dirty="0" err="1">
                <a:latin typeface="Franklin Gothic Demi Cond" panose="020B0706030402020204" pitchFamily="34" charset="0"/>
              </a:rPr>
              <a:t>varviable</a:t>
            </a:r>
            <a:r>
              <a:rPr lang="en-US" dirty="0">
                <a:latin typeface="Franklin Gothic Demi Cond" panose="020B0706030402020204" pitchFamily="34" charset="0"/>
              </a:rPr>
              <a:t> </a:t>
            </a:r>
            <a:r>
              <a:rPr lang="en-US" dirty="0" err="1">
                <a:latin typeface="Franklin Gothic Demi Cond" panose="020B0706030402020204" pitchFamily="34" charset="0"/>
              </a:rPr>
              <a:t>e.g</a:t>
            </a:r>
            <a:r>
              <a:rPr lang="en-US" dirty="0">
                <a:latin typeface="Franklin Gothic Demi Cond" panose="020B0706030402020204" pitchFamily="34" charset="0"/>
              </a:rPr>
              <a:t> my name = “Jake”.</a:t>
            </a:r>
          </a:p>
          <a:p>
            <a:pPr marL="285750" indent="-285750" algn="ctr">
              <a:buFont typeface="Arial" panose="020B0604020202020204" pitchFamily="34" charset="0"/>
              <a:buChar char="•"/>
            </a:pP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Don’t use operators such as *name, !num.</a:t>
            </a:r>
          </a:p>
          <a:p>
            <a:pPr marL="285750" indent="-285750" algn="ctr">
              <a:buFont typeface="Arial" panose="020B0604020202020204" pitchFamily="34" charset="0"/>
              <a:buChar char="•"/>
            </a:pPr>
            <a:endParaRPr lang="en-US" dirty="0">
              <a:latin typeface="Franklin Gothic Demi Cond" panose="020B0706030402020204" pitchFamily="34" charset="0"/>
            </a:endParaRPr>
          </a:p>
          <a:p>
            <a:pPr marL="285750" indent="-285750" algn="ctr">
              <a:buFont typeface="Arial" panose="020B0604020202020204" pitchFamily="34" charset="0"/>
              <a:buChar char="•"/>
            </a:pPr>
            <a:r>
              <a:rPr lang="en-US" dirty="0">
                <a:latin typeface="Franklin Gothic Demi Cond" panose="020B0706030402020204" pitchFamily="34" charset="0"/>
              </a:rPr>
              <a:t>Variable can’t be any of JS keywords such as </a:t>
            </a:r>
            <a:r>
              <a:rPr lang="en-US" dirty="0" err="1">
                <a:latin typeface="Franklin Gothic Demi Cond" panose="020B0706030402020204" pitchFamily="34" charset="0"/>
              </a:rPr>
              <a:t>e.g</a:t>
            </a:r>
            <a:r>
              <a:rPr lang="en-US" dirty="0">
                <a:latin typeface="Franklin Gothic Demi Cond" panose="020B0706030402020204" pitchFamily="34" charset="0"/>
              </a:rPr>
              <a:t> alert = 2;</a:t>
            </a:r>
          </a:p>
          <a:p>
            <a:pPr marL="285750" indent="-285750" algn="ctr">
              <a:buFont typeface="Arial" panose="020B0604020202020204" pitchFamily="34" charset="0"/>
              <a:buChar char="•"/>
            </a:pPr>
            <a:endParaRPr lang="en-US" dirty="0">
              <a:latin typeface="Franklin Gothic Demi Cond" panose="020B0706030402020204" pitchFamily="34" charset="0"/>
            </a:endParaRPr>
          </a:p>
        </p:txBody>
      </p:sp>
      <p:sp>
        <p:nvSpPr>
          <p:cNvPr id="11" name="Flowchart: Process 10">
            <a:extLst>
              <a:ext uri="{FF2B5EF4-FFF2-40B4-BE49-F238E27FC236}">
                <a16:creationId xmlns:a16="http://schemas.microsoft.com/office/drawing/2014/main" id="{FE7CE085-3CA9-3B22-37DB-F1C010102CB5}"/>
              </a:ext>
            </a:extLst>
          </p:cNvPr>
          <p:cNvSpPr/>
          <p:nvPr/>
        </p:nvSpPr>
        <p:spPr>
          <a:xfrm>
            <a:off x="401527" y="1272867"/>
            <a:ext cx="5213460" cy="1097592"/>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Forte" panose="03060902040502070203" pitchFamily="66" charset="0"/>
              </a:rPr>
              <a:t>LEGAL VARIABLES</a:t>
            </a:r>
          </a:p>
        </p:txBody>
      </p:sp>
      <p:sp>
        <p:nvSpPr>
          <p:cNvPr id="13" name="Flowchart: Process 12">
            <a:extLst>
              <a:ext uri="{FF2B5EF4-FFF2-40B4-BE49-F238E27FC236}">
                <a16:creationId xmlns:a16="http://schemas.microsoft.com/office/drawing/2014/main" id="{64574C28-418A-91A6-0FC8-C076C72EC942}"/>
              </a:ext>
            </a:extLst>
          </p:cNvPr>
          <p:cNvSpPr/>
          <p:nvPr/>
        </p:nvSpPr>
        <p:spPr>
          <a:xfrm>
            <a:off x="6379779" y="1417638"/>
            <a:ext cx="4062577" cy="726472"/>
          </a:xfrm>
          <a:prstGeom prst="flowChartProcess">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Forte" panose="03060902040502070203" pitchFamily="66" charset="0"/>
              </a:rPr>
              <a:t>ILLEGAL VARIABLES</a:t>
            </a:r>
          </a:p>
        </p:txBody>
      </p:sp>
      <p:sp>
        <p:nvSpPr>
          <p:cNvPr id="14" name="Star: 4 Points 13">
            <a:extLst>
              <a:ext uri="{FF2B5EF4-FFF2-40B4-BE49-F238E27FC236}">
                <a16:creationId xmlns:a16="http://schemas.microsoft.com/office/drawing/2014/main" id="{20AD713B-9281-62B5-5003-4CF3A4EDE2B8}"/>
              </a:ext>
            </a:extLst>
          </p:cNvPr>
          <p:cNvSpPr/>
          <p:nvPr/>
        </p:nvSpPr>
        <p:spPr>
          <a:xfrm>
            <a:off x="6096000" y="1545021"/>
            <a:ext cx="415159" cy="457200"/>
          </a:xfrm>
          <a:prstGeom prst="star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tar: 4 Points 14">
            <a:extLst>
              <a:ext uri="{FF2B5EF4-FFF2-40B4-BE49-F238E27FC236}">
                <a16:creationId xmlns:a16="http://schemas.microsoft.com/office/drawing/2014/main" id="{8EF6438B-D162-294E-7BFB-99A5547827FF}"/>
              </a:ext>
            </a:extLst>
          </p:cNvPr>
          <p:cNvSpPr/>
          <p:nvPr/>
        </p:nvSpPr>
        <p:spPr>
          <a:xfrm>
            <a:off x="864147" y="1593063"/>
            <a:ext cx="415159" cy="457200"/>
          </a:xfrm>
          <a:prstGeom prst="star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154666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F5F33-F39A-4E8C-430A-0F124AA49E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0DAD1-59C5-ED6C-DAF1-953B225CDD99}"/>
              </a:ext>
            </a:extLst>
          </p:cNvPr>
          <p:cNvSpPr>
            <a:spLocks noGrp="1"/>
          </p:cNvSpPr>
          <p:nvPr>
            <p:ph type="title"/>
          </p:nvPr>
        </p:nvSpPr>
        <p:spPr bwMode="white"/>
        <p:txBody>
          <a:bodyPr/>
          <a:lstStyle/>
          <a:p>
            <a:r>
              <a:rPr lang="en-US" sz="4000" dirty="0">
                <a:latin typeface="Elephant" panose="02020904090505020303" pitchFamily="18" charset="0"/>
              </a:rPr>
              <a:t>Chapter 5:Math Expressions: Familiar operators</a:t>
            </a:r>
          </a:p>
        </p:txBody>
      </p:sp>
    </p:spTree>
    <p:extLst>
      <p:ext uri="{BB962C8B-B14F-4D97-AF65-F5344CB8AC3E}">
        <p14:creationId xmlns:p14="http://schemas.microsoft.com/office/powerpoint/2010/main" val="561838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597A3-CAEC-4FBF-94DF-5925729E0C97}"/>
              </a:ext>
            </a:extLst>
          </p:cNvPr>
          <p:cNvSpPr>
            <a:spLocks noGrp="1"/>
          </p:cNvSpPr>
          <p:nvPr>
            <p:ph type="title"/>
          </p:nvPr>
        </p:nvSpPr>
        <p:spPr bwMode="white"/>
        <p:txBody>
          <a:bodyPr/>
          <a:lstStyle/>
          <a:p>
            <a:r>
              <a:rPr lang="en-US" dirty="0">
                <a:latin typeface="Elephant" panose="02020904090505020303" pitchFamily="18" charset="0"/>
              </a:rPr>
              <a:t> Familiar Operators</a:t>
            </a:r>
          </a:p>
        </p:txBody>
      </p:sp>
      <p:sp>
        <p:nvSpPr>
          <p:cNvPr id="3" name="Content Placeholder 2">
            <a:extLst>
              <a:ext uri="{FF2B5EF4-FFF2-40B4-BE49-F238E27FC236}">
                <a16:creationId xmlns:a16="http://schemas.microsoft.com/office/drawing/2014/main" id="{77EF5FD3-E825-420F-8A22-D0B5F329468F}"/>
              </a:ext>
            </a:extLst>
          </p:cNvPr>
          <p:cNvSpPr>
            <a:spLocks noGrp="1"/>
          </p:cNvSpPr>
          <p:nvPr>
            <p:ph sz="half" idx="1"/>
          </p:nvPr>
        </p:nvSpPr>
        <p:spPr>
          <a:xfrm>
            <a:off x="451514" y="1860331"/>
            <a:ext cx="5670947" cy="4622356"/>
          </a:xfrm>
          <a:ln>
            <a:solidFill>
              <a:schemeClr val="bg1">
                <a:lumMod val="95000"/>
              </a:schemeClr>
            </a:solidFill>
          </a:ln>
        </p:spPr>
        <p:txBody>
          <a:bodyPr>
            <a:normAutofit lnSpcReduction="10000"/>
          </a:bodyPr>
          <a:lstStyle/>
          <a:p>
            <a:pPr marL="0" indent="0">
              <a:buNone/>
            </a:pPr>
            <a:r>
              <a:rPr lang="en-US" sz="2000" dirty="0">
                <a:latin typeface="Georgia" panose="02040502050405020303" pitchFamily="18" charset="0"/>
                <a:ea typeface="Tahoma" panose="020B0604030504040204" pitchFamily="34" charset="0"/>
                <a:cs typeface="Tahoma" panose="020B0604030504040204" pitchFamily="34" charset="0"/>
              </a:rPr>
              <a:t>Whenever you can use a number, you can use math operators</a:t>
            </a:r>
          </a:p>
          <a:p>
            <a:pPr marL="0" indent="0">
              <a:buNone/>
            </a:pPr>
            <a:r>
              <a:rPr lang="en-US" sz="2000" dirty="0">
                <a:latin typeface="Georgia" panose="02040502050405020303" pitchFamily="18" charset="0"/>
                <a:ea typeface="Tahoma" panose="020B0604030504040204" pitchFamily="34" charset="0"/>
                <a:cs typeface="Tahoma" panose="020B0604030504040204" pitchFamily="34" charset="0"/>
              </a:rPr>
              <a:t>“+” is used for addition of numbers.</a:t>
            </a:r>
          </a:p>
          <a:p>
            <a:pPr marL="0" indent="0">
              <a:buNone/>
            </a:pPr>
            <a:endParaRPr lang="en-US" sz="2000" dirty="0">
              <a:latin typeface="Georgia" panose="02040502050405020303" pitchFamily="18" charset="0"/>
              <a:ea typeface="Tahoma" panose="020B0604030504040204" pitchFamily="34" charset="0"/>
              <a:cs typeface="Tahoma" panose="020B0604030504040204" pitchFamily="34" charset="0"/>
            </a:endParaRPr>
          </a:p>
          <a:p>
            <a:pPr marL="0" indent="0">
              <a:buNone/>
            </a:pPr>
            <a:r>
              <a:rPr lang="en-US" sz="2000" dirty="0">
                <a:latin typeface="Georgia" panose="02040502050405020303" pitchFamily="18" charset="0"/>
                <a:ea typeface="Tahoma" panose="020B0604030504040204" pitchFamily="34" charset="0"/>
                <a:cs typeface="Tahoma" panose="020B0604030504040204" pitchFamily="34" charset="0"/>
              </a:rPr>
              <a:t>“-” is used for subtraction of numbers.</a:t>
            </a:r>
          </a:p>
          <a:p>
            <a:pPr marL="0" indent="0">
              <a:buNone/>
            </a:pPr>
            <a:endParaRPr lang="en-US" sz="2000" dirty="0">
              <a:latin typeface="Georgia" panose="02040502050405020303" pitchFamily="18" charset="0"/>
              <a:ea typeface="Tahoma" panose="020B0604030504040204" pitchFamily="34" charset="0"/>
              <a:cs typeface="Tahoma" panose="020B0604030504040204" pitchFamily="34" charset="0"/>
            </a:endParaRPr>
          </a:p>
          <a:p>
            <a:pPr marL="0" indent="0">
              <a:buNone/>
            </a:pPr>
            <a:r>
              <a:rPr lang="en-US" sz="2000" dirty="0">
                <a:latin typeface="Georgia" panose="02040502050405020303" pitchFamily="18" charset="0"/>
                <a:ea typeface="Tahoma" panose="020B0604030504040204" pitchFamily="34" charset="0"/>
                <a:cs typeface="Tahoma" panose="020B0604030504040204" pitchFamily="34" charset="0"/>
              </a:rPr>
              <a:t>“*” is used for multiplication of numbers.</a:t>
            </a:r>
          </a:p>
          <a:p>
            <a:pPr marL="0" indent="0">
              <a:buNone/>
            </a:pPr>
            <a:endParaRPr lang="en-US" sz="2000" dirty="0">
              <a:latin typeface="Georgia" panose="02040502050405020303" pitchFamily="18" charset="0"/>
              <a:ea typeface="Tahoma" panose="020B0604030504040204" pitchFamily="34" charset="0"/>
              <a:cs typeface="Tahoma" panose="020B0604030504040204" pitchFamily="34" charset="0"/>
            </a:endParaRPr>
          </a:p>
          <a:p>
            <a:pPr marL="0" indent="0">
              <a:buNone/>
            </a:pPr>
            <a:r>
              <a:rPr lang="en-US" sz="2000" dirty="0">
                <a:latin typeface="Georgia" panose="02040502050405020303" pitchFamily="18" charset="0"/>
                <a:ea typeface="Tahoma" panose="020B0604030504040204" pitchFamily="34" charset="0"/>
                <a:cs typeface="Tahoma" panose="020B0604030504040204" pitchFamily="34" charset="0"/>
              </a:rPr>
              <a:t>“/” is used for division pf numbers.</a:t>
            </a:r>
          </a:p>
          <a:p>
            <a:pPr marL="0" indent="0">
              <a:buNone/>
            </a:pPr>
            <a:endParaRPr lang="en-US" sz="2000" dirty="0">
              <a:latin typeface="Georgia" panose="02040502050405020303" pitchFamily="18" charset="0"/>
              <a:ea typeface="Tahoma" panose="020B0604030504040204" pitchFamily="34" charset="0"/>
              <a:cs typeface="Tahoma" panose="020B0604030504040204" pitchFamily="34" charset="0"/>
            </a:endParaRPr>
          </a:p>
          <a:p>
            <a:pPr marL="0" indent="0">
              <a:buNone/>
            </a:pPr>
            <a:r>
              <a:rPr lang="en-US" sz="2000" dirty="0">
                <a:latin typeface="Georgia" panose="02040502050405020303" pitchFamily="18" charset="0"/>
                <a:ea typeface="Tahoma" panose="020B0604030504040204" pitchFamily="34" charset="0"/>
                <a:cs typeface="Tahoma" panose="020B0604030504040204" pitchFamily="34" charset="0"/>
              </a:rPr>
              <a:t>“%” is a modulus operator, it is used to give remainder of the division.</a:t>
            </a:r>
          </a:p>
        </p:txBody>
      </p:sp>
      <p:sp>
        <p:nvSpPr>
          <p:cNvPr id="5" name="Content Placeholder 4">
            <a:extLst>
              <a:ext uri="{FF2B5EF4-FFF2-40B4-BE49-F238E27FC236}">
                <a16:creationId xmlns:a16="http://schemas.microsoft.com/office/drawing/2014/main" id="{CE5A7B1D-FB52-A2B4-64EA-6EDC7D78BB88}"/>
              </a:ext>
            </a:extLst>
          </p:cNvPr>
          <p:cNvSpPr>
            <a:spLocks noGrp="1"/>
          </p:cNvSpPr>
          <p:nvPr>
            <p:ph sz="quarter" idx="13"/>
          </p:nvPr>
        </p:nvSpPr>
        <p:spPr/>
        <p:txBody>
          <a:bodyPr>
            <a:normAutofit/>
          </a:bodyPr>
          <a:lstStyle/>
          <a:p>
            <a:r>
              <a:rPr lang="en-US" sz="1600" dirty="0">
                <a:solidFill>
                  <a:srgbClr val="0070C0"/>
                </a:solidFill>
                <a:latin typeface="Georgia" panose="02040502050405020303" pitchFamily="18" charset="0"/>
              </a:rPr>
              <a:t>Var num = 2 +2;</a:t>
            </a:r>
          </a:p>
          <a:p>
            <a:endParaRPr lang="en-US" sz="1600" dirty="0">
              <a:solidFill>
                <a:srgbClr val="0070C0"/>
              </a:solidFill>
              <a:latin typeface="Georgia" panose="02040502050405020303" pitchFamily="18" charset="0"/>
            </a:endParaRPr>
          </a:p>
          <a:p>
            <a:r>
              <a:rPr lang="en-US" sz="1600" dirty="0">
                <a:solidFill>
                  <a:srgbClr val="0070C0"/>
                </a:solidFill>
                <a:latin typeface="Georgia" panose="02040502050405020303" pitchFamily="18" charset="0"/>
              </a:rPr>
              <a:t>Var num = 10- 8;</a:t>
            </a:r>
          </a:p>
          <a:p>
            <a:endParaRPr lang="en-US" sz="1600" dirty="0">
              <a:solidFill>
                <a:srgbClr val="0070C0"/>
              </a:solidFill>
              <a:latin typeface="Georgia" panose="02040502050405020303" pitchFamily="18" charset="0"/>
            </a:endParaRPr>
          </a:p>
          <a:p>
            <a:r>
              <a:rPr lang="en-US" sz="1600" dirty="0">
                <a:solidFill>
                  <a:srgbClr val="0070C0"/>
                </a:solidFill>
                <a:latin typeface="Georgia" panose="02040502050405020303" pitchFamily="18" charset="0"/>
              </a:rPr>
              <a:t>Var num = 6*2;</a:t>
            </a:r>
          </a:p>
          <a:p>
            <a:endParaRPr lang="en-US" sz="1600" dirty="0">
              <a:solidFill>
                <a:srgbClr val="0070C0"/>
              </a:solidFill>
              <a:latin typeface="Georgia" panose="02040502050405020303" pitchFamily="18" charset="0"/>
            </a:endParaRPr>
          </a:p>
          <a:p>
            <a:r>
              <a:rPr lang="en-US" sz="1600" dirty="0">
                <a:solidFill>
                  <a:srgbClr val="0070C0"/>
                </a:solidFill>
                <a:latin typeface="Georgia" panose="02040502050405020303" pitchFamily="18" charset="0"/>
              </a:rPr>
              <a:t>Var num = ^/3;</a:t>
            </a:r>
          </a:p>
          <a:p>
            <a:endParaRPr lang="en-US" sz="1600" dirty="0">
              <a:solidFill>
                <a:srgbClr val="0070C0"/>
              </a:solidFill>
              <a:latin typeface="Georgia" panose="02040502050405020303" pitchFamily="18" charset="0"/>
            </a:endParaRPr>
          </a:p>
          <a:p>
            <a:r>
              <a:rPr lang="en-US" sz="1600" dirty="0">
                <a:solidFill>
                  <a:srgbClr val="0070C0"/>
                </a:solidFill>
                <a:latin typeface="Georgia" panose="02040502050405020303" pitchFamily="18" charset="0"/>
              </a:rPr>
              <a:t>Var num = 9%3;</a:t>
            </a:r>
          </a:p>
        </p:txBody>
      </p:sp>
      <p:sp>
        <p:nvSpPr>
          <p:cNvPr id="6" name="Star: 5 Points 5">
            <a:extLst>
              <a:ext uri="{FF2B5EF4-FFF2-40B4-BE49-F238E27FC236}">
                <a16:creationId xmlns:a16="http://schemas.microsoft.com/office/drawing/2014/main" id="{083D5D01-5309-0E03-0755-0D198A006315}"/>
              </a:ext>
            </a:extLst>
          </p:cNvPr>
          <p:cNvSpPr/>
          <p:nvPr/>
        </p:nvSpPr>
        <p:spPr>
          <a:xfrm>
            <a:off x="315310" y="1939159"/>
            <a:ext cx="157655" cy="12612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tar: 5 Points 6">
            <a:extLst>
              <a:ext uri="{FF2B5EF4-FFF2-40B4-BE49-F238E27FC236}">
                <a16:creationId xmlns:a16="http://schemas.microsoft.com/office/drawing/2014/main" id="{1A04E5D5-722C-705D-00CC-D99EFB321DDF}"/>
              </a:ext>
            </a:extLst>
          </p:cNvPr>
          <p:cNvSpPr/>
          <p:nvPr/>
        </p:nvSpPr>
        <p:spPr>
          <a:xfrm>
            <a:off x="341371" y="2703092"/>
            <a:ext cx="157655" cy="12612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tar: 5 Points 7">
            <a:extLst>
              <a:ext uri="{FF2B5EF4-FFF2-40B4-BE49-F238E27FC236}">
                <a16:creationId xmlns:a16="http://schemas.microsoft.com/office/drawing/2014/main" id="{9EF64390-A11C-F84C-8B49-6BCA99B96200}"/>
              </a:ext>
            </a:extLst>
          </p:cNvPr>
          <p:cNvSpPr/>
          <p:nvPr/>
        </p:nvSpPr>
        <p:spPr>
          <a:xfrm>
            <a:off x="341371" y="3521586"/>
            <a:ext cx="157655" cy="12612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AE2F217A-8C16-6D35-7722-3AD9A803492F}"/>
              </a:ext>
            </a:extLst>
          </p:cNvPr>
          <p:cNvSpPr/>
          <p:nvPr/>
        </p:nvSpPr>
        <p:spPr>
          <a:xfrm>
            <a:off x="315310" y="4314210"/>
            <a:ext cx="157655" cy="12612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5 Points 9">
            <a:extLst>
              <a:ext uri="{FF2B5EF4-FFF2-40B4-BE49-F238E27FC236}">
                <a16:creationId xmlns:a16="http://schemas.microsoft.com/office/drawing/2014/main" id="{CB078608-DCB6-C21E-1671-9CE0F62378B7}"/>
              </a:ext>
            </a:extLst>
          </p:cNvPr>
          <p:cNvSpPr/>
          <p:nvPr/>
        </p:nvSpPr>
        <p:spPr>
          <a:xfrm>
            <a:off x="388882" y="5158574"/>
            <a:ext cx="157655" cy="12612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tar: 5 Points 10">
            <a:extLst>
              <a:ext uri="{FF2B5EF4-FFF2-40B4-BE49-F238E27FC236}">
                <a16:creationId xmlns:a16="http://schemas.microsoft.com/office/drawing/2014/main" id="{7858CB45-BBA7-4500-2E0B-8EA30C083F8C}"/>
              </a:ext>
            </a:extLst>
          </p:cNvPr>
          <p:cNvSpPr/>
          <p:nvPr/>
        </p:nvSpPr>
        <p:spPr>
          <a:xfrm>
            <a:off x="362605" y="5861049"/>
            <a:ext cx="157655" cy="126124"/>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946285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804E9-59DF-5883-1ACE-9F56924AA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626D7-EDA6-F7EC-EE89-4FE681427143}"/>
              </a:ext>
            </a:extLst>
          </p:cNvPr>
          <p:cNvSpPr>
            <a:spLocks noGrp="1"/>
          </p:cNvSpPr>
          <p:nvPr>
            <p:ph type="title"/>
          </p:nvPr>
        </p:nvSpPr>
        <p:spPr bwMode="white"/>
        <p:txBody>
          <a:bodyPr/>
          <a:lstStyle/>
          <a:p>
            <a:r>
              <a:rPr lang="en-US" sz="4000" dirty="0">
                <a:latin typeface="Elephant" panose="02020904090505020303" pitchFamily="18" charset="0"/>
              </a:rPr>
              <a:t>Chapter 6:Math Expressions:Unfimiliar operators.</a:t>
            </a:r>
          </a:p>
        </p:txBody>
      </p:sp>
    </p:spTree>
    <p:extLst>
      <p:ext uri="{BB962C8B-B14F-4D97-AF65-F5344CB8AC3E}">
        <p14:creationId xmlns:p14="http://schemas.microsoft.com/office/powerpoint/2010/main" val="1085112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7442235-8F25-4E4C-8750-8CC8C44313AD}"/>
              </a:ext>
            </a:extLst>
          </p:cNvPr>
          <p:cNvSpPr>
            <a:spLocks noGrp="1"/>
          </p:cNvSpPr>
          <p:nvPr>
            <p:ph sz="half" idx="1"/>
          </p:nvPr>
        </p:nvSpPr>
        <p:spPr/>
        <p:txBody>
          <a:bodyPr>
            <a:normAutofit lnSpcReduction="10000"/>
          </a:bodyPr>
          <a:lstStyle/>
          <a:p>
            <a:pPr marL="0" indent="0" algn="ctr">
              <a:buFont typeface="Arial" panose="020B0604020202020204" pitchFamily="34" charset="0"/>
              <a:buNone/>
            </a:pPr>
            <a:r>
              <a:rPr lang="en-US" sz="2000" dirty="0">
                <a:latin typeface="Georgia" panose="02040502050405020303" pitchFamily="18" charset="0"/>
                <a:ea typeface="Tahoma" panose="020B0604030504040204" pitchFamily="34" charset="0"/>
                <a:cs typeface="Tahoma" panose="020B0604030504040204" pitchFamily="34" charset="0"/>
              </a:rPr>
              <a:t>To increment a number by 1 we use </a:t>
            </a:r>
            <a:r>
              <a:rPr lang="en-US" sz="2000" dirty="0">
                <a:solidFill>
                  <a:schemeClr val="accent4">
                    <a:lumMod val="75000"/>
                  </a:schemeClr>
                </a:solidFill>
                <a:latin typeface="Georgia" panose="02040502050405020303" pitchFamily="18" charset="0"/>
                <a:ea typeface="Tahoma" panose="020B0604030504040204" pitchFamily="34" charset="0"/>
                <a:cs typeface="Tahoma" panose="020B0604030504040204" pitchFamily="34" charset="0"/>
              </a:rPr>
              <a:t>num + 1</a:t>
            </a:r>
            <a:r>
              <a:rPr lang="en-US" sz="2000" dirty="0">
                <a:latin typeface="Georgia" panose="02040502050405020303" pitchFamily="18" charset="0"/>
                <a:ea typeface="Tahoma" panose="020B0604030504040204" pitchFamily="34" charset="0"/>
                <a:cs typeface="Tahoma" panose="020B0604030504040204" pitchFamily="34" charset="0"/>
              </a:rPr>
              <a:t>, instead we can use </a:t>
            </a:r>
            <a:r>
              <a:rPr lang="en-US" sz="2000" dirty="0">
                <a:solidFill>
                  <a:schemeClr val="accent4">
                    <a:lumMod val="75000"/>
                  </a:schemeClr>
                </a:solidFill>
                <a:latin typeface="Georgia" panose="02040502050405020303" pitchFamily="18" charset="0"/>
                <a:ea typeface="Tahoma" panose="020B0604030504040204" pitchFamily="34" charset="0"/>
                <a:cs typeface="Tahoma" panose="020B0604030504040204" pitchFamily="34" charset="0"/>
              </a:rPr>
              <a:t>num++.</a:t>
            </a:r>
          </a:p>
          <a:p>
            <a:pPr marL="0" indent="0" algn="ctr">
              <a:buFont typeface="Arial" panose="020B0604020202020204" pitchFamily="34" charset="0"/>
              <a:buNone/>
            </a:pPr>
            <a:endParaRPr lang="en-US" sz="2000" dirty="0">
              <a:solidFill>
                <a:schemeClr val="accent4">
                  <a:lumMod val="75000"/>
                </a:schemeClr>
              </a:solidFill>
              <a:latin typeface="Georgia" panose="02040502050405020303" pitchFamily="18" charset="0"/>
              <a:ea typeface="Tahoma" panose="020B0604030504040204" pitchFamily="34" charset="0"/>
              <a:cs typeface="Tahoma" panose="020B0604030504040204" pitchFamily="34" charset="0"/>
            </a:endParaRPr>
          </a:p>
          <a:p>
            <a:pPr marL="0" indent="0" algn="ctr">
              <a:buFont typeface="Arial" panose="020B0604020202020204" pitchFamily="34" charset="0"/>
              <a:buNone/>
            </a:pPr>
            <a:r>
              <a:rPr lang="en-US" sz="2000" dirty="0">
                <a:latin typeface="Georgia" panose="02040502050405020303" pitchFamily="18" charset="0"/>
                <a:ea typeface="Tahoma" panose="020B0604030504040204" pitchFamily="34" charset="0"/>
                <a:cs typeface="Tahoma" panose="020B0604030504040204" pitchFamily="34" charset="0"/>
              </a:rPr>
              <a:t>To decrement the number by 1, </a:t>
            </a:r>
            <a:r>
              <a:rPr lang="en-US" sz="2000" dirty="0">
                <a:solidFill>
                  <a:schemeClr val="accent4">
                    <a:lumMod val="75000"/>
                  </a:schemeClr>
                </a:solidFill>
                <a:latin typeface="Georgia" panose="02040502050405020303" pitchFamily="18" charset="0"/>
                <a:ea typeface="Tahoma" panose="020B0604030504040204" pitchFamily="34" charset="0"/>
                <a:cs typeface="Tahoma" panose="020B0604030504040204" pitchFamily="34" charset="0"/>
              </a:rPr>
              <a:t>num-- </a:t>
            </a:r>
            <a:r>
              <a:rPr lang="en-US" sz="2000" dirty="0">
                <a:latin typeface="Georgia" panose="02040502050405020303" pitchFamily="18" charset="0"/>
                <a:ea typeface="Tahoma" panose="020B0604030504040204" pitchFamily="34" charset="0"/>
                <a:cs typeface="Tahoma" panose="020B0604030504040204" pitchFamily="34" charset="0"/>
              </a:rPr>
              <a:t>can be used.</a:t>
            </a:r>
          </a:p>
          <a:p>
            <a:pPr marL="0" indent="0" algn="ctr">
              <a:buFont typeface="Arial" panose="020B0604020202020204" pitchFamily="34" charset="0"/>
              <a:buNone/>
            </a:pPr>
            <a:endParaRPr lang="en-US" sz="2000" dirty="0">
              <a:latin typeface="Georgia" panose="02040502050405020303" pitchFamily="18" charset="0"/>
              <a:ea typeface="Tahoma" panose="020B0604030504040204" pitchFamily="34" charset="0"/>
              <a:cs typeface="Tahoma" panose="020B0604030504040204" pitchFamily="34" charset="0"/>
            </a:endParaRPr>
          </a:p>
          <a:p>
            <a:pPr marL="0" indent="0" algn="ctr">
              <a:buFont typeface="Arial" panose="020B0604020202020204" pitchFamily="34" charset="0"/>
              <a:buNone/>
            </a:pPr>
            <a:r>
              <a:rPr lang="en-US" sz="2000" dirty="0">
                <a:latin typeface="Georgia" panose="02040502050405020303" pitchFamily="18" charset="0"/>
                <a:ea typeface="Tahoma" panose="020B0604030504040204" pitchFamily="34" charset="0"/>
                <a:cs typeface="Tahoma" panose="020B0604030504040204" pitchFamily="34" charset="0"/>
              </a:rPr>
              <a:t>Post-increment: the number increments/decrements after the number has been output, JavaScript first runs the code.</a:t>
            </a:r>
          </a:p>
          <a:p>
            <a:pPr marL="0" indent="0" algn="ctr">
              <a:buFont typeface="Arial" panose="020B0604020202020204" pitchFamily="34" charset="0"/>
              <a:buNone/>
            </a:pPr>
            <a:r>
              <a:rPr lang="en-US" sz="2000" dirty="0">
                <a:latin typeface="Georgia" panose="02040502050405020303" pitchFamily="18" charset="0"/>
                <a:ea typeface="Tahoma" panose="020B0604030504040204" pitchFamily="34" charset="0"/>
                <a:cs typeface="Tahoma" panose="020B0604030504040204" pitchFamily="34" charset="0"/>
              </a:rPr>
              <a:t>The answer to the first example would be 1.</a:t>
            </a:r>
          </a:p>
          <a:p>
            <a:pPr marL="0" indent="0" algn="ctr">
              <a:buFont typeface="Arial" panose="020B0604020202020204" pitchFamily="34" charset="0"/>
              <a:buNone/>
            </a:pPr>
            <a:endParaRPr lang="en-US" sz="2000" dirty="0">
              <a:latin typeface="Georgia" panose="02040502050405020303" pitchFamily="18" charset="0"/>
              <a:ea typeface="Tahoma" panose="020B0604030504040204" pitchFamily="34" charset="0"/>
              <a:cs typeface="Tahoma" panose="020B0604030504040204" pitchFamily="34" charset="0"/>
            </a:endParaRPr>
          </a:p>
          <a:p>
            <a:pPr marL="0" indent="0" algn="ctr">
              <a:buFont typeface="Arial" panose="020B0604020202020204" pitchFamily="34" charset="0"/>
              <a:buNone/>
            </a:pPr>
            <a:r>
              <a:rPr lang="en-US" sz="2000" dirty="0">
                <a:latin typeface="Georgia" panose="02040502050405020303" pitchFamily="18" charset="0"/>
                <a:ea typeface="Tahoma" panose="020B0604030504040204" pitchFamily="34" charset="0"/>
                <a:cs typeface="Tahoma" panose="020B0604030504040204" pitchFamily="34" charset="0"/>
              </a:rPr>
              <a:t>Pre-increment: the number increment/decrement before the output .</a:t>
            </a:r>
          </a:p>
          <a:p>
            <a:pPr marL="0" indent="0" algn="ctr">
              <a:buFont typeface="Arial" panose="020B0604020202020204" pitchFamily="34" charset="0"/>
              <a:buNone/>
            </a:pPr>
            <a:r>
              <a:rPr lang="en-US" sz="2000" dirty="0">
                <a:latin typeface="Georgia" panose="02040502050405020303" pitchFamily="18" charset="0"/>
                <a:ea typeface="Tahoma" panose="020B0604030504040204" pitchFamily="34" charset="0"/>
                <a:cs typeface="Tahoma" panose="020B0604030504040204" pitchFamily="34" charset="0"/>
              </a:rPr>
              <a:t>The answer to the second example would be 2.                          </a:t>
            </a:r>
          </a:p>
        </p:txBody>
      </p:sp>
      <p:sp>
        <p:nvSpPr>
          <p:cNvPr id="2" name="Content Placeholder 1">
            <a:extLst>
              <a:ext uri="{FF2B5EF4-FFF2-40B4-BE49-F238E27FC236}">
                <a16:creationId xmlns:a16="http://schemas.microsoft.com/office/drawing/2014/main" id="{81C11C59-4656-FCD4-65ED-B12860021D9A}"/>
              </a:ext>
            </a:extLst>
          </p:cNvPr>
          <p:cNvSpPr>
            <a:spLocks noGrp="1"/>
          </p:cNvSpPr>
          <p:nvPr>
            <p:ph sz="half" idx="2"/>
          </p:nvPr>
        </p:nvSpPr>
        <p:spPr/>
        <p:txBody>
          <a:bodyPr>
            <a:normAutofit lnSpcReduction="10000"/>
          </a:bodyPr>
          <a:lstStyle/>
          <a:p>
            <a:r>
              <a:rPr lang="en-US" dirty="0">
                <a:solidFill>
                  <a:srgbClr val="00B050"/>
                </a:solidFill>
                <a:latin typeface="Arial Black" panose="020B0A04020102020204" pitchFamily="34" charset="0"/>
              </a:rPr>
              <a:t>Var num </a:t>
            </a:r>
            <a:r>
              <a:rPr lang="en-US" dirty="0">
                <a:latin typeface="Arial Black" panose="020B0A04020102020204" pitchFamily="34" charset="0"/>
              </a:rPr>
              <a:t>= 1;</a:t>
            </a:r>
          </a:p>
          <a:p>
            <a:r>
              <a:rPr lang="en-US" dirty="0">
                <a:solidFill>
                  <a:srgbClr val="00B050"/>
                </a:solidFill>
                <a:latin typeface="Arial Black" panose="020B0A04020102020204" pitchFamily="34" charset="0"/>
              </a:rPr>
              <a:t>Var num2 </a:t>
            </a:r>
            <a:r>
              <a:rPr lang="en-US" dirty="0">
                <a:latin typeface="Arial Black" panose="020B0A04020102020204" pitchFamily="34" charset="0"/>
              </a:rPr>
              <a:t>= num++;</a:t>
            </a:r>
          </a:p>
          <a:p>
            <a:endParaRPr lang="en-US" dirty="0">
              <a:latin typeface="Arial Black" panose="020B0A04020102020204" pitchFamily="34" charset="0"/>
            </a:endParaRPr>
          </a:p>
          <a:p>
            <a:endParaRPr lang="en-US" dirty="0">
              <a:latin typeface="Arial Black" panose="020B0A04020102020204" pitchFamily="34" charset="0"/>
            </a:endParaRPr>
          </a:p>
          <a:p>
            <a:r>
              <a:rPr lang="en-US" dirty="0">
                <a:solidFill>
                  <a:srgbClr val="0070C0"/>
                </a:solidFill>
                <a:latin typeface="Arial Black" panose="020B0A04020102020204" pitchFamily="34" charset="0"/>
              </a:rPr>
              <a:t>Var num </a:t>
            </a:r>
            <a:r>
              <a:rPr lang="en-US" dirty="0">
                <a:latin typeface="Arial Black" panose="020B0A04020102020204" pitchFamily="34" charset="0"/>
              </a:rPr>
              <a:t>= 1;</a:t>
            </a:r>
          </a:p>
          <a:p>
            <a:r>
              <a:rPr lang="en-US" dirty="0">
                <a:solidFill>
                  <a:srgbClr val="0070C0"/>
                </a:solidFill>
                <a:latin typeface="Arial Black" panose="020B0A04020102020204" pitchFamily="34" charset="0"/>
              </a:rPr>
              <a:t>Var num2  </a:t>
            </a:r>
            <a:r>
              <a:rPr lang="en-US" dirty="0">
                <a:latin typeface="Arial Black" panose="020B0A04020102020204" pitchFamily="34" charset="0"/>
              </a:rPr>
              <a:t>= ++num;</a:t>
            </a:r>
          </a:p>
        </p:txBody>
      </p:sp>
      <p:sp>
        <p:nvSpPr>
          <p:cNvPr id="4" name="Title 3">
            <a:extLst>
              <a:ext uri="{FF2B5EF4-FFF2-40B4-BE49-F238E27FC236}">
                <a16:creationId xmlns:a16="http://schemas.microsoft.com/office/drawing/2014/main" id="{F6B53D24-A651-2D10-B534-6D5B6F0A129F}"/>
              </a:ext>
            </a:extLst>
          </p:cNvPr>
          <p:cNvSpPr>
            <a:spLocks noGrp="1"/>
          </p:cNvSpPr>
          <p:nvPr>
            <p:ph type="title"/>
          </p:nvPr>
        </p:nvSpPr>
        <p:spPr/>
        <p:txBody>
          <a:bodyPr/>
          <a:lstStyle/>
          <a:p>
            <a:r>
              <a:rPr lang="en-US" dirty="0" err="1">
                <a:latin typeface="Elephant" panose="02020904090505020303" pitchFamily="18" charset="0"/>
              </a:rPr>
              <a:t>Unfimiliar</a:t>
            </a:r>
            <a:r>
              <a:rPr lang="en-US" dirty="0">
                <a:latin typeface="Elephant" panose="02020904090505020303" pitchFamily="18" charset="0"/>
              </a:rPr>
              <a:t> Operators</a:t>
            </a:r>
          </a:p>
        </p:txBody>
      </p:sp>
      <p:sp>
        <p:nvSpPr>
          <p:cNvPr id="15" name="Thought Bubble: Cloud 14">
            <a:extLst>
              <a:ext uri="{FF2B5EF4-FFF2-40B4-BE49-F238E27FC236}">
                <a16:creationId xmlns:a16="http://schemas.microsoft.com/office/drawing/2014/main" id="{09F9ED5E-03EF-02C5-4628-608A6168D2E9}"/>
              </a:ext>
            </a:extLst>
          </p:cNvPr>
          <p:cNvSpPr/>
          <p:nvPr/>
        </p:nvSpPr>
        <p:spPr>
          <a:xfrm>
            <a:off x="8781392" y="1954924"/>
            <a:ext cx="1828800" cy="898634"/>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Elephant" panose="02020904090505020303" pitchFamily="18" charset="0"/>
              </a:rPr>
              <a:t>Post-increment</a:t>
            </a:r>
          </a:p>
        </p:txBody>
      </p:sp>
      <p:sp>
        <p:nvSpPr>
          <p:cNvPr id="16" name="Thought Bubble: Cloud 15">
            <a:extLst>
              <a:ext uri="{FF2B5EF4-FFF2-40B4-BE49-F238E27FC236}">
                <a16:creationId xmlns:a16="http://schemas.microsoft.com/office/drawing/2014/main" id="{854C7237-27BB-35D3-DF00-125FDBA25D77}"/>
              </a:ext>
            </a:extLst>
          </p:cNvPr>
          <p:cNvSpPr/>
          <p:nvPr/>
        </p:nvSpPr>
        <p:spPr>
          <a:xfrm>
            <a:off x="8397764" y="3623695"/>
            <a:ext cx="1828800" cy="898634"/>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Elephant" panose="02020904090505020303" pitchFamily="18" charset="0"/>
              </a:rPr>
              <a:t>Pre-increment</a:t>
            </a:r>
          </a:p>
        </p:txBody>
      </p:sp>
      <p:sp>
        <p:nvSpPr>
          <p:cNvPr id="17" name="Star: 5 Points 16">
            <a:extLst>
              <a:ext uri="{FF2B5EF4-FFF2-40B4-BE49-F238E27FC236}">
                <a16:creationId xmlns:a16="http://schemas.microsoft.com/office/drawing/2014/main" id="{21930785-AB16-D1FE-0718-1373BFFC0ED0}"/>
              </a:ext>
            </a:extLst>
          </p:cNvPr>
          <p:cNvSpPr/>
          <p:nvPr/>
        </p:nvSpPr>
        <p:spPr>
          <a:xfrm>
            <a:off x="476084" y="583324"/>
            <a:ext cx="163341" cy="131811"/>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tar: 5 Points 18">
            <a:extLst>
              <a:ext uri="{FF2B5EF4-FFF2-40B4-BE49-F238E27FC236}">
                <a16:creationId xmlns:a16="http://schemas.microsoft.com/office/drawing/2014/main" id="{0252EF05-1391-B18B-C458-C55A489EE339}"/>
              </a:ext>
            </a:extLst>
          </p:cNvPr>
          <p:cNvSpPr/>
          <p:nvPr/>
        </p:nvSpPr>
        <p:spPr>
          <a:xfrm>
            <a:off x="469397" y="1644868"/>
            <a:ext cx="163341" cy="131811"/>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tar: 5 Points 19">
            <a:extLst>
              <a:ext uri="{FF2B5EF4-FFF2-40B4-BE49-F238E27FC236}">
                <a16:creationId xmlns:a16="http://schemas.microsoft.com/office/drawing/2014/main" id="{161A7696-AAC4-4F1C-ED16-353560FF829E}"/>
              </a:ext>
            </a:extLst>
          </p:cNvPr>
          <p:cNvSpPr/>
          <p:nvPr/>
        </p:nvSpPr>
        <p:spPr>
          <a:xfrm>
            <a:off x="1418467" y="2721747"/>
            <a:ext cx="163341" cy="131811"/>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tar: 5 Points 20">
            <a:extLst>
              <a:ext uri="{FF2B5EF4-FFF2-40B4-BE49-F238E27FC236}">
                <a16:creationId xmlns:a16="http://schemas.microsoft.com/office/drawing/2014/main" id="{B90E321B-1226-D13B-5808-167FBCEA9121}"/>
              </a:ext>
            </a:extLst>
          </p:cNvPr>
          <p:cNvSpPr/>
          <p:nvPr/>
        </p:nvSpPr>
        <p:spPr>
          <a:xfrm>
            <a:off x="1464057" y="4522329"/>
            <a:ext cx="163341" cy="131811"/>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029653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5610F-1E8D-669D-3D4F-6FFE11E64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E2730-6254-B406-65C2-7B15E243D8F7}"/>
              </a:ext>
            </a:extLst>
          </p:cNvPr>
          <p:cNvSpPr>
            <a:spLocks noGrp="1"/>
          </p:cNvSpPr>
          <p:nvPr>
            <p:ph type="title"/>
          </p:nvPr>
        </p:nvSpPr>
        <p:spPr bwMode="white"/>
        <p:txBody>
          <a:bodyPr/>
          <a:lstStyle/>
          <a:p>
            <a:r>
              <a:rPr lang="en-US" sz="4000" dirty="0">
                <a:latin typeface="Elephant" panose="02020904090505020303" pitchFamily="18" charset="0"/>
              </a:rPr>
              <a:t>Chapter 7:Math </a:t>
            </a:r>
            <a:r>
              <a:rPr lang="en-US" sz="4000" dirty="0" err="1">
                <a:latin typeface="Elephant" panose="02020904090505020303" pitchFamily="18" charset="0"/>
              </a:rPr>
              <a:t>Expressions:Eliminating</a:t>
            </a:r>
            <a:r>
              <a:rPr lang="en-US" sz="4000" dirty="0">
                <a:latin typeface="Elephant" panose="02020904090505020303" pitchFamily="18" charset="0"/>
              </a:rPr>
              <a:t> ambiguity</a:t>
            </a:r>
          </a:p>
        </p:txBody>
      </p:sp>
    </p:spTree>
    <p:extLst>
      <p:ext uri="{BB962C8B-B14F-4D97-AF65-F5344CB8AC3E}">
        <p14:creationId xmlns:p14="http://schemas.microsoft.com/office/powerpoint/2010/main" val="2041083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67AAD-EEAB-EF7B-A594-EAAEC6420609}"/>
              </a:ext>
            </a:extLst>
          </p:cNvPr>
          <p:cNvSpPr>
            <a:spLocks noGrp="1"/>
          </p:cNvSpPr>
          <p:nvPr>
            <p:ph type="title"/>
          </p:nvPr>
        </p:nvSpPr>
        <p:spPr/>
        <p:txBody>
          <a:bodyPr/>
          <a:lstStyle/>
          <a:p>
            <a:r>
              <a:rPr lang="en-US" dirty="0">
                <a:latin typeface="Elephant" panose="02020904090505020303" pitchFamily="18" charset="0"/>
              </a:rPr>
              <a:t>Use of Parenthesis</a:t>
            </a:r>
          </a:p>
        </p:txBody>
      </p:sp>
      <p:sp>
        <p:nvSpPr>
          <p:cNvPr id="8" name="TextBox 7">
            <a:hlinkClick r:id="rId2"/>
            <a:extLst>
              <a:ext uri="{FF2B5EF4-FFF2-40B4-BE49-F238E27FC236}">
                <a16:creationId xmlns:a16="http://schemas.microsoft.com/office/drawing/2014/main" id="{5FC6C278-4035-446A-A94B-030E792FDDF5}"/>
              </a:ext>
            </a:extLst>
          </p:cNvPr>
          <p:cNvSpPr txBox="1"/>
          <p:nvPr/>
        </p:nvSpPr>
        <p:spPr>
          <a:xfrm>
            <a:off x="141890" y="2459503"/>
            <a:ext cx="11240107" cy="4225076"/>
          </a:xfrm>
          <a:prstGeom prst="rect">
            <a:avLst/>
          </a:prstGeom>
          <a:noFill/>
        </p:spPr>
        <p:txBody>
          <a:bodyPr wrap="square" rtlCol="0">
            <a:noAutofit/>
          </a:bodyPr>
          <a:lstStyle/>
          <a:p>
            <a:pPr algn="ctr"/>
            <a:r>
              <a:rPr lang="en-US" sz="2000" dirty="0"/>
              <a:t>Complex arithmetic expressions can pose a problem, one that you may remember from high school algebra.</a:t>
            </a:r>
          </a:p>
          <a:p>
            <a:pPr algn="ctr"/>
            <a:r>
              <a:rPr lang="en-US" sz="2000" dirty="0"/>
              <a:t>The parenthesis is used to tell which expression to do first</a:t>
            </a:r>
          </a:p>
          <a:p>
            <a:pPr algn="ctr"/>
            <a:r>
              <a:rPr lang="en-US" sz="2000" dirty="0"/>
              <a:t>Var total = (3*4)+1;</a:t>
            </a:r>
          </a:p>
          <a:p>
            <a:pPr algn="ctr"/>
            <a:r>
              <a:rPr lang="en-US" sz="2000" dirty="0"/>
              <a:t>The answer would 13</a:t>
            </a:r>
          </a:p>
          <a:p>
            <a:pPr algn="ctr"/>
            <a:r>
              <a:rPr lang="en-US" sz="2000" dirty="0"/>
              <a:t>Var total = (1+3) * 4;</a:t>
            </a:r>
          </a:p>
          <a:p>
            <a:pPr algn="ctr"/>
            <a:r>
              <a:rPr lang="en-US" sz="2000" dirty="0"/>
              <a:t>The answer would be 16</a:t>
            </a:r>
          </a:p>
          <a:p>
            <a:pPr algn="ctr"/>
            <a:r>
              <a:rPr lang="en-US" sz="2000" dirty="0"/>
              <a:t>When you use parenthesis to make your intentions clear to JavaScript, it also makes your code easier to grasp.</a:t>
            </a:r>
          </a:p>
          <a:p>
            <a:pPr algn="ctr"/>
            <a:r>
              <a:rPr lang="en-US" sz="2000" dirty="0"/>
              <a:t>Similarly:</a:t>
            </a:r>
          </a:p>
          <a:p>
            <a:pPr algn="ctr"/>
            <a:r>
              <a:rPr lang="en-US" sz="2000" dirty="0"/>
              <a:t>Result = ((2*4)*4+2); will give 34</a:t>
            </a:r>
          </a:p>
          <a:p>
            <a:pPr algn="ctr"/>
            <a:r>
              <a:rPr lang="en-US" sz="2000" dirty="0"/>
              <a:t>Result (2*4)*(2+4); will give 48</a:t>
            </a:r>
          </a:p>
          <a:p>
            <a:pPr algn="ctr"/>
            <a:endParaRPr lang="en-US" sz="2000" u="sng" dirty="0">
              <a:solidFill>
                <a:srgbClr val="0070C0"/>
              </a:solidFill>
              <a:latin typeface="Georgia" panose="02040502050405020303" pitchFamily="18" charset="0"/>
            </a:endParaRPr>
          </a:p>
        </p:txBody>
      </p:sp>
      <p:sp>
        <p:nvSpPr>
          <p:cNvPr id="5" name="Star: 5 Points 4">
            <a:extLst>
              <a:ext uri="{FF2B5EF4-FFF2-40B4-BE49-F238E27FC236}">
                <a16:creationId xmlns:a16="http://schemas.microsoft.com/office/drawing/2014/main" id="{B9D3ECC6-42DD-E1E0-984D-751ED5773945}"/>
              </a:ext>
            </a:extLst>
          </p:cNvPr>
          <p:cNvSpPr/>
          <p:nvPr/>
        </p:nvSpPr>
        <p:spPr>
          <a:xfrm>
            <a:off x="141890" y="2569945"/>
            <a:ext cx="173420" cy="15765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tar: 5 Points 5">
            <a:extLst>
              <a:ext uri="{FF2B5EF4-FFF2-40B4-BE49-F238E27FC236}">
                <a16:creationId xmlns:a16="http://schemas.microsoft.com/office/drawing/2014/main" id="{08275658-588E-A122-5A51-31B29DB2A678}"/>
              </a:ext>
            </a:extLst>
          </p:cNvPr>
          <p:cNvSpPr/>
          <p:nvPr/>
        </p:nvSpPr>
        <p:spPr>
          <a:xfrm>
            <a:off x="4945118" y="5292124"/>
            <a:ext cx="173420" cy="15765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tar: 5 Points 6">
            <a:extLst>
              <a:ext uri="{FF2B5EF4-FFF2-40B4-BE49-F238E27FC236}">
                <a16:creationId xmlns:a16="http://schemas.microsoft.com/office/drawing/2014/main" id="{348640D3-3081-864B-1185-470FFE981988}"/>
              </a:ext>
            </a:extLst>
          </p:cNvPr>
          <p:cNvSpPr/>
          <p:nvPr/>
        </p:nvSpPr>
        <p:spPr>
          <a:xfrm>
            <a:off x="2117834" y="3158525"/>
            <a:ext cx="173420" cy="15765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9B42289F-C351-EC01-B4CC-24D1B0A117DE}"/>
              </a:ext>
            </a:extLst>
          </p:cNvPr>
          <p:cNvSpPr/>
          <p:nvPr/>
        </p:nvSpPr>
        <p:spPr>
          <a:xfrm>
            <a:off x="120870" y="4703462"/>
            <a:ext cx="173420" cy="15765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460521C4-CA9A-0538-A356-04BA13AEB376}"/>
              </a:ext>
            </a:extLst>
          </p:cNvPr>
          <p:cNvSpPr/>
          <p:nvPr/>
        </p:nvSpPr>
        <p:spPr>
          <a:xfrm>
            <a:off x="4430109" y="3547240"/>
            <a:ext cx="110359" cy="5675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B5156759-2373-67DF-AED9-93461C8A55D9}"/>
              </a:ext>
            </a:extLst>
          </p:cNvPr>
          <p:cNvSpPr/>
          <p:nvPr/>
        </p:nvSpPr>
        <p:spPr>
          <a:xfrm>
            <a:off x="4427480" y="4167350"/>
            <a:ext cx="110359" cy="5675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AC9EFA8E-E07A-8712-E989-8E38E0CC908B}"/>
              </a:ext>
            </a:extLst>
          </p:cNvPr>
          <p:cNvSpPr/>
          <p:nvPr/>
        </p:nvSpPr>
        <p:spPr>
          <a:xfrm>
            <a:off x="3794234" y="5912068"/>
            <a:ext cx="110359" cy="5675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Connector 13">
            <a:extLst>
              <a:ext uri="{FF2B5EF4-FFF2-40B4-BE49-F238E27FC236}">
                <a16:creationId xmlns:a16="http://schemas.microsoft.com/office/drawing/2014/main" id="{894308F3-D529-57C5-AF47-549231D31B08}"/>
              </a:ext>
            </a:extLst>
          </p:cNvPr>
          <p:cNvSpPr/>
          <p:nvPr/>
        </p:nvSpPr>
        <p:spPr>
          <a:xfrm>
            <a:off x="3683875" y="5623033"/>
            <a:ext cx="110359" cy="5675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7DA38575-7C4A-8338-77E0-E75B5121F67C}"/>
              </a:ext>
            </a:extLst>
          </p:cNvPr>
          <p:cNvSpPr/>
          <p:nvPr/>
        </p:nvSpPr>
        <p:spPr>
          <a:xfrm>
            <a:off x="3925613" y="3775315"/>
            <a:ext cx="522887" cy="220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C3A511CA-B2B0-B9DB-0752-884AFCB233DC}"/>
              </a:ext>
            </a:extLst>
          </p:cNvPr>
          <p:cNvSpPr/>
          <p:nvPr/>
        </p:nvSpPr>
        <p:spPr>
          <a:xfrm>
            <a:off x="3683875" y="4388068"/>
            <a:ext cx="522887" cy="2207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4598200"/>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f45182065_win32_fixed" id="{54D1AA8E-AE41-4F75-AFF4-1E55BF728136}" vid="{9097BC2D-75F4-410C-8544-556C30F4EC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C8413E5-0484-489B-B293-D8720B6027F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BEDC914-E79E-4731-88EB-C290A6D4D6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19B3EA6-E2E1-4B68-B700-9432F9FC79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Persuasive speech outline </Template>
  <TotalTime>332</TotalTime>
  <Words>1988</Words>
  <Application>Microsoft Office PowerPoint</Application>
  <PresentationFormat>Widescreen</PresentationFormat>
  <Paragraphs>193</Paragraphs>
  <Slides>16</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Arial</vt:lpstr>
      <vt:lpstr>Arial Black</vt:lpstr>
      <vt:lpstr>Calibri</vt:lpstr>
      <vt:lpstr>Century Gothic</vt:lpstr>
      <vt:lpstr>Elephant</vt:lpstr>
      <vt:lpstr>Forte</vt:lpstr>
      <vt:lpstr>Franklin Gothic Demi Cond</vt:lpstr>
      <vt:lpstr>Georgia</vt:lpstr>
      <vt:lpstr>Tahoma</vt:lpstr>
      <vt:lpstr>Wingdings 2</vt:lpstr>
      <vt:lpstr>Quotable</vt:lpstr>
      <vt:lpstr>JavaScript</vt:lpstr>
      <vt:lpstr>Chapter 1:Role of Alert</vt:lpstr>
      <vt:lpstr>Data Types in JavaScript</vt:lpstr>
      <vt:lpstr>Three data types:</vt:lpstr>
      <vt:lpstr>Chapter 2:Variables for strings</vt:lpstr>
      <vt:lpstr>Var using string</vt:lpstr>
      <vt:lpstr>Chapter 3:Variables for Numbers</vt:lpstr>
      <vt:lpstr>Var using Numbers</vt:lpstr>
      <vt:lpstr>Chapter 4:Legal &amp; Illegal Variables</vt:lpstr>
      <vt:lpstr>PowerPoint Presentation</vt:lpstr>
      <vt:lpstr>Chapter 5:Math Expressions: Familiar operators</vt:lpstr>
      <vt:lpstr> Familiar Operators</vt:lpstr>
      <vt:lpstr>Chapter 6:Math Expressions:Unfimiliar operators.</vt:lpstr>
      <vt:lpstr>Unfimiliar Operators</vt:lpstr>
      <vt:lpstr>Chapter 7:Math Expressions:Eliminating ambiguity</vt:lpstr>
      <vt:lpstr>Use of Parenthesis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MJ</dc:creator>
  <cp:lastModifiedBy>MJ</cp:lastModifiedBy>
  <cp:revision>7</cp:revision>
  <dcterms:created xsi:type="dcterms:W3CDTF">2026-06-25T15:33:32Z</dcterms:created>
  <dcterms:modified xsi:type="dcterms:W3CDTF">2026-06-27T18:14:53Z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